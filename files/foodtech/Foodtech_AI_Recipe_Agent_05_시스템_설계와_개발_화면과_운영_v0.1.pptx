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cb1082f9c948f0" /><Relationship Type="http://schemas.openxmlformats.org/officeDocument/2006/relationships/extended-properties" Target="/docProps/app.xml" Id="Rab16adee17544d13" /><Relationship Type="http://schemas.openxmlformats.org/officeDocument/2006/relationships/officeDocument" Target="/ppt/presentation.xml" Id="R0b5cde4e0dd045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11a8d147a145be"/>
  </p:sldMasterIdLst>
  <p:notesMasterIdLst>
    <p:notesMasterId xmlns:r="http://schemas.openxmlformats.org/officeDocument/2006/relationships" r:id="R7a54b1ba090e47c5"/>
  </p:notesMasterIdLst>
  <p:sldIdLst>
    <p:sldId xmlns:r="http://schemas.openxmlformats.org/officeDocument/2006/relationships" id="256" r:id="Rb38ba491a1114255"/>
    <p:sldId xmlns:r="http://schemas.openxmlformats.org/officeDocument/2006/relationships" id="257" r:id="R9a88304bfa6341f2"/>
    <p:sldId xmlns:r="http://schemas.openxmlformats.org/officeDocument/2006/relationships" id="258" r:id="Rcf5394807afd4e27"/>
    <p:sldId xmlns:r="http://schemas.openxmlformats.org/officeDocument/2006/relationships" id="259" r:id="R36555d5b8e4a4cfd"/>
    <p:sldId xmlns:r="http://schemas.openxmlformats.org/officeDocument/2006/relationships" id="260" r:id="Rd28be88c7a814bc6"/>
    <p:sldId xmlns:r="http://schemas.openxmlformats.org/officeDocument/2006/relationships" id="261" r:id="R86f336ec46b04c3b"/>
    <p:sldId xmlns:r="http://schemas.openxmlformats.org/officeDocument/2006/relationships" id="262" r:id="Rac444264cb544c59"/>
    <p:sldId xmlns:r="http://schemas.openxmlformats.org/officeDocument/2006/relationships" id="263" r:id="Rcbe1adc90ea14cdc"/>
    <p:sldId xmlns:r="http://schemas.openxmlformats.org/officeDocument/2006/relationships" id="264" r:id="Rd0ddeb16bec04fcd"/>
    <p:sldId xmlns:r="http://schemas.openxmlformats.org/officeDocument/2006/relationships" id="265" r:id="Rf8d8a2338eec4f27"/>
    <p:sldId xmlns:r="http://schemas.openxmlformats.org/officeDocument/2006/relationships" id="266" r:id="Raf10b89e4d3b4b3c"/>
    <p:sldId xmlns:r="http://schemas.openxmlformats.org/officeDocument/2006/relationships" id="267" r:id="Rca1e6e1f0413440a"/>
    <p:sldId xmlns:r="http://schemas.openxmlformats.org/officeDocument/2006/relationships" id="268" r:id="Rc933e5597a2c4637"/>
    <p:sldId xmlns:r="http://schemas.openxmlformats.org/officeDocument/2006/relationships" id="269" r:id="R914df75922904eef"/>
    <p:sldId xmlns:r="http://schemas.openxmlformats.org/officeDocument/2006/relationships" id="270" r:id="R99d93af71e0943bb"/>
    <p:sldId xmlns:r="http://schemas.openxmlformats.org/officeDocument/2006/relationships" id="271" r:id="Rb154f330e9c741e8"/>
    <p:sldId xmlns:r="http://schemas.openxmlformats.org/officeDocument/2006/relationships" id="272" r:id="R34627e226640497c"/>
    <p:sldId xmlns:r="http://schemas.openxmlformats.org/officeDocument/2006/relationships" id="273" r:id="R03417af093a14897"/>
    <p:sldId xmlns:r="http://schemas.openxmlformats.org/officeDocument/2006/relationships" id="274" r:id="R6c8c7868eaa14e3f"/>
    <p:sldId xmlns:r="http://schemas.openxmlformats.org/officeDocument/2006/relationships" id="275" r:id="R15ee428e02aa4bc3"/>
    <p:sldId xmlns:r="http://schemas.openxmlformats.org/officeDocument/2006/relationships" id="276" r:id="Rf893b794a13c4061"/>
    <p:sldId xmlns:r="http://schemas.openxmlformats.org/officeDocument/2006/relationships" id="277" r:id="R0ce1b03bc69447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71783f03634873" /><Relationship Type="http://schemas.openxmlformats.org/officeDocument/2006/relationships/slideMaster" Target="/ppt/slideMasters/slideMaster1.xml" Id="R0911a8d147a145be" /><Relationship Type="http://schemas.openxmlformats.org/officeDocument/2006/relationships/notesMaster" Target="/ppt/notesMasters/notesMaster1.xml" Id="R7a54b1ba090e47c5" /><Relationship Type="http://schemas.openxmlformats.org/officeDocument/2006/relationships/presProps" Target="/ppt/presProps.xml" Id="Rdbdb2e2bc6384a0a" /><Relationship Type="http://schemas.openxmlformats.org/officeDocument/2006/relationships/tableStyles" Target="/ppt/tableStyles.xml" Id="R5040c436d3d94744" /><Relationship Type="http://schemas.openxmlformats.org/officeDocument/2006/relationships/slide" Target="/ppt/slides/slide1.xml" Id="Rb38ba491a1114255" /><Relationship Type="http://schemas.openxmlformats.org/officeDocument/2006/relationships/slide" Target="/ppt/slides/slide2.xml" Id="R9a88304bfa6341f2" /><Relationship Type="http://schemas.openxmlformats.org/officeDocument/2006/relationships/slide" Target="/ppt/slides/slide3.xml" Id="Rcf5394807afd4e27" /><Relationship Type="http://schemas.openxmlformats.org/officeDocument/2006/relationships/slide" Target="/ppt/slides/slide4.xml" Id="R36555d5b8e4a4cfd" /><Relationship Type="http://schemas.openxmlformats.org/officeDocument/2006/relationships/slide" Target="/ppt/slides/slide5.xml" Id="Rd28be88c7a814bc6" /><Relationship Type="http://schemas.openxmlformats.org/officeDocument/2006/relationships/slide" Target="/ppt/slides/slide6.xml" Id="R86f336ec46b04c3b" /><Relationship Type="http://schemas.openxmlformats.org/officeDocument/2006/relationships/slide" Target="/ppt/slides/slide7.xml" Id="Rac444264cb544c59" /><Relationship Type="http://schemas.openxmlformats.org/officeDocument/2006/relationships/slide" Target="/ppt/slides/slide8.xml" Id="Rcbe1adc90ea14cdc" /><Relationship Type="http://schemas.openxmlformats.org/officeDocument/2006/relationships/slide" Target="/ppt/slides/slide9.xml" Id="Rd0ddeb16bec04fcd" /><Relationship Type="http://schemas.openxmlformats.org/officeDocument/2006/relationships/slide" Target="/ppt/slides/slide10.xml" Id="Rf8d8a2338eec4f27" /><Relationship Type="http://schemas.openxmlformats.org/officeDocument/2006/relationships/slide" Target="/ppt/slides/slide11.xml" Id="Raf10b89e4d3b4b3c" /><Relationship Type="http://schemas.openxmlformats.org/officeDocument/2006/relationships/slide" Target="/ppt/slides/slide12.xml" Id="Rca1e6e1f0413440a" /><Relationship Type="http://schemas.openxmlformats.org/officeDocument/2006/relationships/slide" Target="/ppt/slides/slide13.xml" Id="Rc933e5597a2c4637" /><Relationship Type="http://schemas.openxmlformats.org/officeDocument/2006/relationships/slide" Target="/ppt/slides/slide14.xml" Id="R914df75922904eef" /><Relationship Type="http://schemas.openxmlformats.org/officeDocument/2006/relationships/slide" Target="/ppt/slides/slide15.xml" Id="R99d93af71e0943bb" /><Relationship Type="http://schemas.openxmlformats.org/officeDocument/2006/relationships/slide" Target="/ppt/slides/slide16.xml" Id="Rb154f330e9c741e8" /><Relationship Type="http://schemas.openxmlformats.org/officeDocument/2006/relationships/slide" Target="/ppt/slides/slide17.xml" Id="R34627e226640497c" /><Relationship Type="http://schemas.openxmlformats.org/officeDocument/2006/relationships/slide" Target="/ppt/slides/slide18.xml" Id="R03417af093a14897" /><Relationship Type="http://schemas.openxmlformats.org/officeDocument/2006/relationships/slide" Target="/ppt/slides/slide19.xml" Id="R6c8c7868eaa14e3f" /><Relationship Type="http://schemas.openxmlformats.org/officeDocument/2006/relationships/slide" Target="/ppt/slides/slide20.xml" Id="R15ee428e02aa4bc3" /><Relationship Type="http://schemas.openxmlformats.org/officeDocument/2006/relationships/slide" Target="/ppt/slides/slide21.xml" Id="Rf893b794a13c4061" /><Relationship Type="http://schemas.openxmlformats.org/officeDocument/2006/relationships/slide" Target="/ppt/slides/slide22.xml" Id="R0ce1b03bc69447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9861ec23504e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633fff43f2491b" /><Relationship Type="http://schemas.openxmlformats.org/officeDocument/2006/relationships/notesMaster" Target="/ppt/notesMasters/notesMaster1.xml" Id="Ra383fb1c97c845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03ad93b91f4d49" /><Relationship Type="http://schemas.openxmlformats.org/officeDocument/2006/relationships/notesMaster" Target="/ppt/notesMasters/notesMaster1.xml" Id="Rb684721af8e84d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9b7729d2314b1b" /><Relationship Type="http://schemas.openxmlformats.org/officeDocument/2006/relationships/notesMaster" Target="/ppt/notesMasters/notesMaster1.xml" Id="R78fd96b9604e45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6f030981ee412c" /><Relationship Type="http://schemas.openxmlformats.org/officeDocument/2006/relationships/notesMaster" Target="/ppt/notesMasters/notesMaster1.xml" Id="R6b20537c237a46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6cfc4305ab4819" /><Relationship Type="http://schemas.openxmlformats.org/officeDocument/2006/relationships/notesMaster" Target="/ppt/notesMasters/notesMaster1.xml" Id="R8088c9df3aeb4d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34e1d8b75a42d5" /><Relationship Type="http://schemas.openxmlformats.org/officeDocument/2006/relationships/notesMaster" Target="/ppt/notesMasters/notesMaster1.xml" Id="Rcf16abc2c2034c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96ac6008e546ef" /><Relationship Type="http://schemas.openxmlformats.org/officeDocument/2006/relationships/notesMaster" Target="/ppt/notesMasters/notesMaster1.xml" Id="R0d833f14ebb24f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6222ff78124bad" /><Relationship Type="http://schemas.openxmlformats.org/officeDocument/2006/relationships/notesMaster" Target="/ppt/notesMasters/notesMaster1.xml" Id="Rdcb7c9c4c1ef4e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cdc9f5f9e7493c" /><Relationship Type="http://schemas.openxmlformats.org/officeDocument/2006/relationships/notesMaster" Target="/ppt/notesMasters/notesMaster1.xml" Id="R3ef6648c62ea45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20b0de123540a2" /><Relationship Type="http://schemas.openxmlformats.org/officeDocument/2006/relationships/notesMaster" Target="/ppt/notesMasters/notesMaster1.xml" Id="Re17ce9dc97774e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9988bc46ae4d58" /><Relationship Type="http://schemas.openxmlformats.org/officeDocument/2006/relationships/notesMaster" Target="/ppt/notesMasters/notesMaster1.xml" Id="Rf27c7198becd4e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2ee4c9436c488a" /><Relationship Type="http://schemas.openxmlformats.org/officeDocument/2006/relationships/notesMaster" Target="/ppt/notesMasters/notesMaster1.xml" Id="R1d6fae01114240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dea27298364b7f" /><Relationship Type="http://schemas.openxmlformats.org/officeDocument/2006/relationships/notesMaster" Target="/ppt/notesMasters/notesMaster1.xml" Id="Ref51e22943144f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0a057ce4bb437e" /><Relationship Type="http://schemas.openxmlformats.org/officeDocument/2006/relationships/notesMaster" Target="/ppt/notesMasters/notesMaster1.xml" Id="R9c36dbe4b0a54d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5a65f9c6d14843" /><Relationship Type="http://schemas.openxmlformats.org/officeDocument/2006/relationships/notesMaster" Target="/ppt/notesMasters/notesMaster1.xml" Id="Rb3a64f3b59e247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dfc531a2f94703" /><Relationship Type="http://schemas.openxmlformats.org/officeDocument/2006/relationships/notesMaster" Target="/ppt/notesMasters/notesMaster1.xml" Id="Rfb1c9c2d778c45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edad2d56144b54" /><Relationship Type="http://schemas.openxmlformats.org/officeDocument/2006/relationships/notesMaster" Target="/ppt/notesMasters/notesMaster1.xml" Id="R8f95ba1ad25640e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189dc74e444141" /><Relationship Type="http://schemas.openxmlformats.org/officeDocument/2006/relationships/notesMaster" Target="/ppt/notesMasters/notesMaster1.xml" Id="Rc4bf9b6e68ba41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04fd43aeb74ba7" /><Relationship Type="http://schemas.openxmlformats.org/officeDocument/2006/relationships/notesMaster" Target="/ppt/notesMasters/notesMaster1.xml" Id="R9407102358b44a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e2b92df0904ff3" /><Relationship Type="http://schemas.openxmlformats.org/officeDocument/2006/relationships/notesMaster" Target="/ppt/notesMasters/notesMaster1.xml" Id="R42c881463c0b4f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a6c71b71614666" /><Relationship Type="http://schemas.openxmlformats.org/officeDocument/2006/relationships/notesMaster" Target="/ppt/notesMasters/notesMaster1.xml" Id="Rb16b22820ffe463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9e7b23f7e094338" /><Relationship Type="http://schemas.openxmlformats.org/officeDocument/2006/relationships/notesMaster" Target="/ppt/notesMasters/notesMaster1.xml" Id="R0745d857dfc045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범위: 시스템 설계와 개발</a:t>
            </a:r>
          </a:p>
          <a:p xmlns:a="http://schemas.openxmlformats.org/drawingml/2006/main">
            <a:r>
              <a:t>화면과 운영.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SAD 1장, RD 범위, architecture.md.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SAD 데이터 흐름, architecture.md, modules.md.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SAD 모듈 목록, UML Design, modules.md.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architecture/modules.md, Development Standards.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Development Standards 계층 원칙, development-conventions.md.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SAD 배포, AGENTS.md 6.2, development-setup.md.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DCD v0.6, SAD v0.3, api-reference.md, PEND-007.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SAD v0.3, AGENTS.md 6.5.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SAD v0.3, PEND-007/010, data temporal-derived-views.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api-reference.md, DCD v0.6, PEND-011.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SAD, DCD, ERD v0.2, Table Definition v0.2, Codebook v0.2.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api-reference.md, Development Standards, SAD 인터페이스 설계.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api-reference.md의 CookingJob 예, UML/IA. 실제 URI와 DTO는 미확정.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SAD AI Gateway, AGENTS.md 6.9·6.13, api-reference.md.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operations.md, IA/Storyboard, SAD.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IA/Storyboard v0.4, web-dashboard.md.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IA/Storyboard v0.4, access-control.md, AGENTS.md 6.13.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6.9·6.13, privacy-pseudonymization-deletion.md.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6.13~6.14, audit-data-protection, backup-recovery.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Development Standards v0.4, development-conventions.md, AGENTS.md 6.15.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6.15 및 pending_decisions.md 권장 시점.</a:t>
            </a:r>
          </a:p>
          <a:p xmlns:a="http://schemas.openxmlformats.org/drawingml/2006/main">
            <a:r>
              <a:t>기준: 백과 시스템 구조·모듈·API·개발 규칙·화면과 운영 및 하위 문서; SAD v0.3; Development Standards v0.4; IA/Storyboard v0.4; UML Design v0.3; SRS v0.7; DCD v0.6; AGENTS.md 6.2, 6.5, 6.13~6.15. 제안 설계이며 제품 구현·실측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7d49798504f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1ee0c1b6b40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9158690694e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f90584df647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f411622d342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2985fb34b48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18A5B0-8E45-4BF7-A2B6-653B19581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80C4FC-2682-4A66-AA94-9EBBDB4F3A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511666-7425-4375-B502-F4A9F4B49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AB52CB-453D-4209-AF77-3A2565D707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C6AED8-53C0-41D7-B48E-3B6BD13A4F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1770E6-CED7-406A-BE52-3176EF2A5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56689E-9E02-4283-BC43-F26E251409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9229B4-440F-4A6B-BB8B-EA77565A88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8A15D1-E924-4E8B-AD39-ADDF6FCA9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DFD316-1B47-46BE-97A6-19CEEF24FD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47353d7037499d" /><Relationship Type="http://schemas.openxmlformats.org/officeDocument/2006/relationships/slideLayout" Target="/ppt/slideLayouts/slideLayout1.xml" Id="R085b19d96ae3420d" /><Relationship Type="http://schemas.openxmlformats.org/officeDocument/2006/relationships/slideLayout" Target="/ppt/slideLayouts/slideLayout2.xml" Id="R29e5b118a20b4663" /><Relationship Type="http://schemas.openxmlformats.org/officeDocument/2006/relationships/slideLayout" Target="/ppt/slideLayouts/slideLayout3.xml" Id="Ra29d4d774dcc4ada" /><Relationship Type="http://schemas.openxmlformats.org/officeDocument/2006/relationships/slideLayout" Target="/ppt/slideLayouts/slideLayout4.xml" Id="R0c876790c84449f0" /><Relationship Type="http://schemas.openxmlformats.org/officeDocument/2006/relationships/slideLayout" Target="/ppt/slideLayouts/slideLayout5.xml" Id="R47b0b9356bbb4d10" /><Relationship Type="http://schemas.openxmlformats.org/officeDocument/2006/relationships/slideLayout" Target="/ppt/slideLayouts/slideLayout6.xml" Id="Rab896ee1c61d4c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5b19d96ae3420d"/>
    <p:sldLayoutId xmlns:r="http://schemas.openxmlformats.org/officeDocument/2006/relationships" id="2147483650" r:id="R29e5b118a20b4663"/>
    <p:sldLayoutId xmlns:r="http://schemas.openxmlformats.org/officeDocument/2006/relationships" id="2147483651" r:id="Ra29d4d774dcc4ada"/>
    <p:sldLayoutId xmlns:r="http://schemas.openxmlformats.org/officeDocument/2006/relationships" id="2147483652" r:id="R0c876790c84449f0"/>
    <p:sldLayoutId xmlns:r="http://schemas.openxmlformats.org/officeDocument/2006/relationships" id="2147483653" r:id="R47b0b9356bbb4d10"/>
    <p:sldLayoutId xmlns:r="http://schemas.openxmlformats.org/officeDocument/2006/relationships" id="2147483654" r:id="Rab896ee1c61d4c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1a0c2f2f44f78" /><Relationship Type="http://schemas.openxmlformats.org/officeDocument/2006/relationships/notesSlide" Target="/ppt/notesSlides/notesSlide1.xml" Id="R0ae5506485cc42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57944075a4787" /><Relationship Type="http://schemas.openxmlformats.org/officeDocument/2006/relationships/notesSlide" Target="/ppt/notesSlides/notesSlide2.xml" Id="R180f37171a9a4e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2e35281cc4d18" /><Relationship Type="http://schemas.openxmlformats.org/officeDocument/2006/relationships/notesSlide" Target="/ppt/notesSlides/notesSlide3.xml" Id="R00ff22334ef344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51a2f5f724db1" /><Relationship Type="http://schemas.openxmlformats.org/officeDocument/2006/relationships/notesSlide" Target="/ppt/notesSlides/notesSlide4.xml" Id="Reee68a125ac143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51ea366bc4734" /><Relationship Type="http://schemas.openxmlformats.org/officeDocument/2006/relationships/notesSlide" Target="/ppt/notesSlides/notesSlide5.xml" Id="Rea9612f26fcd49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198c17ed7497f" /><Relationship Type="http://schemas.openxmlformats.org/officeDocument/2006/relationships/notesSlide" Target="/ppt/notesSlides/notesSlide6.xml" Id="R6a71833639ad4d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ba68e5ddaa4aa0" /><Relationship Type="http://schemas.openxmlformats.org/officeDocument/2006/relationships/notesSlide" Target="/ppt/notesSlides/notesSlide7.xml" Id="R3142443ec70c4a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4b415c2694a44" /><Relationship Type="http://schemas.openxmlformats.org/officeDocument/2006/relationships/notesSlide" Target="/ppt/notesSlides/notesSlide8.xml" Id="Rc11c663495034a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9b5707f5204666" /><Relationship Type="http://schemas.openxmlformats.org/officeDocument/2006/relationships/notesSlide" Target="/ppt/notesSlides/notesSlide9.xml" Id="R14e880fdff0d4e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747e69eba47e6" /><Relationship Type="http://schemas.openxmlformats.org/officeDocument/2006/relationships/notesSlide" Target="/ppt/notesSlides/notesSlide10.xml" Id="R124ec3f4777043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643edc04e54ee3" /><Relationship Type="http://schemas.openxmlformats.org/officeDocument/2006/relationships/notesSlide" Target="/ppt/notesSlides/notesSlide11.xml" Id="R774ed3d335b743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1678d76d6483d" /><Relationship Type="http://schemas.openxmlformats.org/officeDocument/2006/relationships/notesSlide" Target="/ppt/notesSlides/notesSlide12.xml" Id="R806852c26e7342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d25c7755744ec" /><Relationship Type="http://schemas.openxmlformats.org/officeDocument/2006/relationships/notesSlide" Target="/ppt/notesSlides/notesSlide13.xml" Id="Rf2cabc0481224a2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7688e65504bac" /><Relationship Type="http://schemas.openxmlformats.org/officeDocument/2006/relationships/notesSlide" Target="/ppt/notesSlides/notesSlide14.xml" Id="R099f4716989841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31c05c8414161" /><Relationship Type="http://schemas.openxmlformats.org/officeDocument/2006/relationships/notesSlide" Target="/ppt/notesSlides/notesSlide15.xml" Id="R936931fb3f8b45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12e873432b4305" /><Relationship Type="http://schemas.openxmlformats.org/officeDocument/2006/relationships/notesSlide" Target="/ppt/notesSlides/notesSlide16.xml" Id="Rb663e8ab5bd345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1cadd471444c06" /><Relationship Type="http://schemas.openxmlformats.org/officeDocument/2006/relationships/notesSlide" Target="/ppt/notesSlides/notesSlide17.xml" Id="Re130ba4c2a6f45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2bfc0d1bc4046" /><Relationship Type="http://schemas.openxmlformats.org/officeDocument/2006/relationships/notesSlide" Target="/ppt/notesSlides/notesSlide18.xml" Id="R12dd2920a7ec419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f2847c5c84b97" /><Relationship Type="http://schemas.openxmlformats.org/officeDocument/2006/relationships/notesSlide" Target="/ppt/notesSlides/notesSlide19.xml" Id="Rdab70e849a8b415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ef38dca934077" /><Relationship Type="http://schemas.openxmlformats.org/officeDocument/2006/relationships/notesSlide" Target="/ppt/notesSlides/notesSlide20.xml" Id="R6725c4711eb746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1ce7601d34705" /><Relationship Type="http://schemas.openxmlformats.org/officeDocument/2006/relationships/notesSlide" Target="/ppt/notesSlides/notesSlide21.xml" Id="R7a4fb510d2f343c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5a77c343944e8" /><Relationship Type="http://schemas.openxmlformats.org/officeDocument/2006/relationships/notesSlide" Target="/ppt/notesSlides/notesSlide22.xml" Id="R5a734a7ca60240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1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539B0-0F0B-4D22-9DEC-8D29F92F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DD16B-BB9B-4857-BADF-9659906A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rPr>
              <a:t>FOODTECH AI RECIPE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F23E7-E9D7-4906-AB3F-C8851340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시스템 설계와 개발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화면과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77280-79D3-4A2A-9F82-1185ED86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29075"/>
            <a:ext cx="1019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rPr>
              <a:t>장비의 사실과 사람의 결정을 분리하는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08A7A-51D8-4B72-BBB4-57686271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579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rPr>
              <a:t>05 · 2026.10</a:t>
            </a:r>
          </a:p>
        </p:txBody>
      </p:sp>
    </p:spTree>
    <p:extLst>
      <p:ext uri="{BB962C8B-B14F-4D97-AF65-F5344CB8AC3E}">
        <p14:creationId xmlns:p14="http://schemas.microsoft.com/office/powerpoint/2010/main" val="882132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3904B-52B4-4544-83AE-AEF2A450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467F8-A789-4C26-B5A6-E141CACF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플랫폼이 책임지는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17A80-7A33-4136-88EB-4C34CD9F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CDD63-F315-4BDF-8AD4-2DB0DF8F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실제 장비 제어를 넣지 않아야 나머지 책임도 명확해진다.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4839F-07C3-4182-A05F-74C1C788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38F78-B27A-49BF-AC7B-815ECC08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D968B-EEDB-430A-A223-CAABFA3F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33550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021A3-2692-4AD8-9B21-CBBD829C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9547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받는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53437-B2D2-45C7-94B9-6591265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57375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Mock·파일·운영자 입력에서 측정·상태·사건을 읽는다.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B50CF-C932-45C1-9BE7-3E3C7F8C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732BF-F894-4AC1-9A02-A08AC6E5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계산하는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6771F-B2D9-49AA-A4AB-960285F4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표준화·데이터 품질·공정·안전·평가·분석을 각각 처리한다.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46870-C689-4D21-A524-203331CD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24250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D6358-4A80-49AC-BDC0-B01BBF0D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8617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제안하는 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FD6D9-EEAF-4D61-9B3D-3F80CADB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48075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AI가 레시피와 조건의 후보를 만들어 설명한다.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09F32-AD9B-4950-8C62-6A0B669B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19600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74B1B-BC81-457E-89AF-68DAA79E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815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사람의 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E3806-E26E-44E9-8F53-E67DC774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43425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운영자가 승인하고 장비 설정·중단은 현장에서 직접 수행한다.</a:t>
            </a:r>
          </a:p>
        </p:txBody>
      </p:sp>
    </p:spTree>
    <p:extLst>
      <p:ext uri="{BB962C8B-B14F-4D97-AF65-F5344CB8AC3E}">
        <p14:creationId xmlns:p14="http://schemas.microsoft.com/office/powerpoint/2010/main" val="14928541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1C2866-56B5-4DD5-A578-5D75A196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226F3-73DF-4063-BC68-BC5A7C68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한 번의 조리가 지나는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87478-FB34-4E4C-9D63-0FB5B88E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A0BED-F440-4B66-ABA4-5D0C8ABF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원천 이벤트에서 현장 판단까지, 각 단계가 별도 책임을 가진다.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DC003-0B6B-4EDD-8E90-852BD7BA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20EBE-B761-4DA3-9E32-00BAC259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CC3EE-AA14-4D22-8F32-99935447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99FF0-CAC4-4B13-AE97-885FA37E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A5DDF-530F-46E1-9EAC-925641AF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B4FE8-984B-4276-BED3-D0063176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수집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A1524-DA27-427D-8B65-8B6CC6D3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C# Mock와 파일 입력을 읽기 전용으로 받는다.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73B34-76D1-4465-A5C7-7C3ECE45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F2979-0045-4BD4-BEF5-CBABD20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D6246-225C-4738-ABDF-CBB34C89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E6908-1B21-4DD2-B4C8-93D660D4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정렬·표준화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B4128-1A2F-419E-8577-8D28F74C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5초 순번 복원 후 단위·코드·시간축을 맞춘다.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60264-07E3-4A76-A879-088964AC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5BD2C-8D37-48F5-84B1-B8CC1658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C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840E2-A5DD-4406-9FFB-F6AFA1FB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9B5D3-5534-4D27-ACC8-B67FE1AD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업무 판정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D5046-163B-4A98-A153-3ADC605E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조리작업·공정·안전·품질을 독립 상태로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27295-D72B-42D2-A15D-6C0A76C0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EEA2D-DEAB-4DFB-B97E-C170EFEE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C0345B-D6F5-4A94-B3D2-5E024A41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194EAD-1783-4479-BA9A-23CCD2EE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화면·AI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642E0-81D3-4173-B648-97B29604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운영자는 상태를 보고 AI 후보를 검토한다.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C93F8A-80DC-4A23-B96C-60FAB6BC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14950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836027-2FD8-42B2-B1F7-554C1A7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설계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DCE1B9-E18B-484D-950F-AE81FEF4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원본과 판정, 사람의 승인을 한 레코드로 덮어쓰지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338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8421C-E8BF-4F5B-86E0-4B904BCF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49D1A-779E-4303-B69B-177F1ADC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논리 모듈의 책임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8F197-093E-409C-B386-927ACCE6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C4C54-155E-414B-906E-309ECAC7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모듈은 책임의 경계다. 배포 서비스 수와 일대일 대응하지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DC3B4-2F2B-472C-9221-C6CEBB5D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CA286-311E-4CF3-92A4-812DE461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A794C-258A-490E-B339-591F717F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ADC7C-3246-4788-BE04-76123EFA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수집·순번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5C946-A8B4-433F-908F-029C2E67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47850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Collection Adapter와 Resequencer가 원천·도착 순서·결손을 맡는다.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172DB-EAE0-462F-BE5E-B66D6562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0CC4C-9EF1-442E-9EB0-28D7495D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표준·품질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8824E-64B4-42B8-85ED-637DA8E2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52725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Standardization Worker와 Quality Service가 변환·Finding을 맡는다.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5542E-00C8-46D7-893C-DD39D8AA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89BE4-F7F8-4692-BB54-4AD53898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조리·레시피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69759-9371-4AF0-861E-70DFDEE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57600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Cooking/Recipe Service가 작업 상태·평가·승인 버전을 맡는다.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0393D-877B-4B54-93F7-B22BE6B2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ED680-8CF6-45C5-A019-D74343DA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AI·분석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16BF0-F337-419A-82C0-50BC5114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62475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Recommendation Worker/Gateway와 Analytics가 후보·집계를 맡는다.</a:t>
            </a:r>
          </a:p>
        </p:txBody>
      </p:sp>
    </p:spTree>
    <p:extLst>
      <p:ext uri="{BB962C8B-B14F-4D97-AF65-F5344CB8AC3E}">
        <p14:creationId xmlns:p14="http://schemas.microsoft.com/office/powerpoint/2010/main" val="1863920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5A839-0D4F-46F9-BB1A-0096D10C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4D6B8-0C9D-43C9-8847-CC2CC00C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모듈을 나눈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AA01B-99A2-42D1-93B5-0D145D2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A08BC-5A0C-4C8B-BDF3-3DDDADCA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장비 연결 오류가 승인 규칙이나 AI 키 권한으로 번지지 않게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03E83-45F4-480A-BED7-60C09C1B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E68F7-6C65-4646-BFB6-1CFCF196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67844-0AD5-4E3A-81AF-21DFB4EF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3CE28-11B2-41B4-97AB-ABED75EC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3F3C1-EAF6-4907-B0B6-7AB5F364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함께 묶으면 생기는 문제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760AC-F478-4C78-9B86-F6D39495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프로토콜 변경이 조리 판정 코드에 영향을 준다.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AI 공급자 키가 일반 서비스에 퍼진다.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재시도와 장애가 고객 조회까지 지연시킨다.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6849E-D990-45CC-8E9E-0D501960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64B87-97F7-4DBF-9B63-C9A5A881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76D2F-1061-4BFB-94AB-BCD545B2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현재 설계의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95921-A914-4DDD-8E4E-B2B48B1E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업무 규칙은 domain에, 외부 연결은 adapter에 둔다.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큐로 수집·표준화·AI 작업을 분리한다.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논리 책임을 먼저 정하고 실제 배포 단위는 시험한다.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2BAEC-F8F7-45B6-9BE6-4B4A78F4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9775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EC1E2-8EA5-4F95-8656-C31D763C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43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유의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E04A6-E448-4DB5-A37A-99F2029A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3407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ECS Task 수·저장소 키·확장 기준은 실측 후 결정한다.</a:t>
            </a:r>
          </a:p>
        </p:txBody>
      </p:sp>
    </p:spTree>
    <p:extLst>
      <p:ext uri="{BB962C8B-B14F-4D97-AF65-F5344CB8AC3E}">
        <p14:creationId xmlns:p14="http://schemas.microsoft.com/office/powerpoint/2010/main" val="715645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46C73C-5935-4548-B0DF-486D6824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29459-ADE3-4B34-89F6-9E6164EF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코드의 의존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D5C7E-D30D-4971-B46B-C44142D5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891C6-D667-410B-8171-393D8C44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전달 방식과 공급자 SDK가 업무 규칙을 소유하지 않게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FF924-F59E-45B8-AE2F-15F2E3EB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7E362-1686-47EB-9911-1838B112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ADFA2-502A-4C90-A026-7136682A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B6537-95ED-4099-8B8B-B15AADF4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1CF4C-A910-4DB8-A7AD-B2121308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773DD-2D6E-4E61-B7B8-20E69B03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62DDC-FCC1-41E0-B56E-569A9FB4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HTTP·SSE·화면 입력과 응답 형식을 다룬다.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80775-7EE6-4BE2-97D3-8CA8BE9A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37DE5-1094-471E-9E44-A54580F7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694F8-14DE-4EFB-AF55-5D1B6F9C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AD336-0EB7-4A01-97CB-E366FBC1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707BD-21E0-4D37-AD1A-CE131EEE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조리완료·권고승인 등 사용 사례를 조정한다.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9B0D5-91F9-4975-B63A-51C5860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31BAB-2640-4357-B7BA-80055C93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C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B908A-CE07-422F-9B97-37EF8DDF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8C229-EA29-4426-8FF1-C11622D7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34E2D-EE0D-49DB-9974-43493894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상태 전이·평가 산식·범위 판정을 소유한다.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AAAFA-82F8-4EAA-A569-38C2455A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69404F-AAA7-4683-ABD6-DDD742DA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83140-3900-408B-9C80-AB4F2552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1DB92F-8114-480B-918C-4A886F7A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infrastructure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E891F-779F-4DFA-B0DA-585DFEA1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DynamoDB·SQS·장비·AI SDK를 port 뒤에 둔다.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39D7B6-C14B-4B33-B0E4-9F56C323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14950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63CF9-AC2F-4178-9B2F-6A591675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설계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463A7E-E17F-4799-B555-0EC1BB04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실제 저장소 개수와 폴더명은 구현 계약에서 정한다.</a:t>
            </a:r>
          </a:p>
        </p:txBody>
      </p:sp>
    </p:spTree>
    <p:extLst>
      <p:ext uri="{BB962C8B-B14F-4D97-AF65-F5344CB8AC3E}">
        <p14:creationId xmlns:p14="http://schemas.microsoft.com/office/powerpoint/2010/main" val="2083147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3DB37-BB3D-4877-A3D0-767E77BD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4B0C3-9422-4333-9C63-B5B98372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개발과 배포 환경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CDDB9-83AB-41F1-8D42-3E18A9A2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F5239-1E63-479E-8506-D61EC1F4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제품 서버와 문서 사이트는 별개다.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B5A0C-D033-493B-94D0-5C362FB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FF5E8-DE68-4F2A-B81B-15A0ECC8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38CD0-9FA8-450B-9D1D-5767C0FC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1AB32-9525-4E3C-851D-4383C26C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제품 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3166A-D311-470F-A7B6-D3CAE65C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47850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로컬 개발 후 로컬 시험을 통과하면 클라우드에서 시험한다.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781D2-75BC-4EBD-ABEC-92AA5DC3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FD33D-CC8A-4C46-9277-90487691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공개 운영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F2F7D-9A2D-4737-B8F8-EDF7C81B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52725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클라우드 데모와 운영은 개발 환경과 분리한다.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BE10B-FC1E-46C6-9B2E-FBBB621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D4E82-9712-4623-A35B-62DACFDC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기술 방향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5F44D-FB7E-4C9A-B937-4C94C2B8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57600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Mock C#, 데이터·AI Python, 웹 TypeScript. 세부 프레임워크는 검증 전이다.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E6384-A12C-4AF8-AA96-3CBE9979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66C33-4C1A-4664-873A-7C9124F4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백과 사이트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712DD-DBE7-4A36-B673-BDEDF62B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62475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Astro·Starlight와 GitHub Pages는 문서 공개용이다. 제품 런타임이 아니다.</a:t>
            </a:r>
          </a:p>
        </p:txBody>
      </p:sp>
    </p:spTree>
    <p:extLst>
      <p:ext uri="{BB962C8B-B14F-4D97-AF65-F5344CB8AC3E}">
        <p14:creationId xmlns:p14="http://schemas.microsoft.com/office/powerpoint/2010/main" val="695835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386EA-3E04-4974-9DB9-B91D114F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71C49-04CA-43B0-A3BB-9CBDF4F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장비 연계의 읽기 전용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2A946-1F7D-487A-91FE-A5CE3FEE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36311-35B4-40DD-9D41-A7BFFD4F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프로토콜이 달라도 플랫폼은 측정·상태 조회만 수행한다.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7D800-862B-4912-9BE2-E7408B0A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F5F52-557A-4A3F-B28E-49790720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30DCD-B18D-463D-A717-EAB58596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A43C9-4231-4F5B-8BBB-05963A3E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76B68-003E-437A-88EF-916C15F3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847850"/>
            <a:ext cx="7829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HTTPS GET Polling과 OAuth 2.0 Client Credentials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90AC3-D195-4908-83D2-7C94AD85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1937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2211D-0ADA-4BA6-BBD3-2B56E075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8130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MQTT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09463-8428-48FC-9B80-828076D9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743200"/>
            <a:ext cx="7829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MQTT 5.0, TLS, QoS 1 구독과 Topic ACL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BDC83-E043-4D7D-8B00-DF89DA4D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1472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FBE64-F1AD-433B-8D6C-D1BF40F4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7665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OPC UA Binary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06E5B-0023-4F4A-96C4-E5756C7D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638550"/>
            <a:ext cx="7829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UA-TCP SignAndEncrypt, Browse·Read·Subscription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76B34-2A1B-4AE6-BD86-FAAEF53F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10075"/>
            <a:ext cx="103822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F2B6B-EB2F-4CD6-A6E6-A5556AC4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7200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OPC UA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B4406-A3D8-4D67-9C42-761AF8D6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533900"/>
            <a:ext cx="7829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HTTPS Session-less Browse·Read의 프로젝트 Mock 계약</a:t>
            </a:r>
          </a:p>
        </p:txBody>
      </p:sp>
    </p:spTree>
    <p:extLst>
      <p:ext uri="{BB962C8B-B14F-4D97-AF65-F5344CB8AC3E}">
        <p14:creationId xmlns:p14="http://schemas.microsoft.com/office/powerpoint/2010/main" val="165904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B865D-FD6E-4F0F-8235-4D1C7BA4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7FF2F-2A67-44A9-BA0A-89192752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하나의 수집 Load Balancer를 두지 않는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B1024-41FE-49C3-A3F0-7143FE4A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0B76F-9574-4E0B-8019-E96C5A21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수집기는 REST Polling·MQTT Subscribe·OPC UA Client로 외부 연결을 시작한다.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25259-4302-4CEF-9431-B0FD10A9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F2328-06E3-44C3-98C0-DC2EAD01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A973A-6D52-4DF3-B5F1-5FFD4623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06EC7-0A65-4DF9-B717-592B6DAC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3725B-B2A2-4E6E-AF1E-1F5AF449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수집 방향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6CB3E-5EF3-4865-9736-409D5D0E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각 adapter가 Mock endpoint·broker·server로 outbound 연결한다.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따라서 공통 인바운드 Load Balancer는 수집 진입점이 아니다.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1A9FB-3BBF-4A8A-8BAD-D884E68D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82C9A-4FD8-4EF0-8F36-51FED9FF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FE525-5634-4683-BC90-8BAC62EF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필요한 경우의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BE850-5640-486C-8C84-C8642A5F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관리·health HTTP는 내부 ALB를 사용할 수 있다.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공개 Mock REST는 ALB, MQTT·OPC UA TCP/TLS listener는 NLB를 검토한다.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6FD26-C52A-4C6F-B313-5EEE86A6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9775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7DD7F-9DB2-41DF-8896-2B4A7F82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43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경계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8E9EF-3E4C-4012-9C67-6C2C7B79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3407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실제 제조사 API 호환성을 주장하지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6316514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C0FEF4-DF16-44DA-A801-20B52188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38E8F-8025-48CC-ACB6-7EFF315A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수집 뒤 순서와 중복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51ADC-6170-454F-A700-CB8B0CEB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4DDEB-EDDD-46B5-9C3A-0121E730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도착 순서가 업무 사건 순서와 다를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CCD17-4D36-49E8-96BA-DC63F219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D2C28-6F23-4D7F-A079-DB9556C6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6695B-7778-4634-86BA-791C02E5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FF4D3-8FB8-4237-AD5B-B4D53360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A11B1-0022-4614-9133-0DFA76E8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2E415-7E85-4759-9152-456F6EA0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Envelope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97947-B4ED-4943-B479-F261069C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원본·발생/수신시각·source/device/batch를 보존한다.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6015D-8E3C-4D79-9FB3-2B5ABEF2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FD51F-F0CF-409F-8CA3-764DD379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36DCD-4EF2-4927-809B-6588156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12508-53D5-4C79-B76C-2FCE83D6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Resequencer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C46C8-B68F-473C-AA93-6C05EC06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5초간 순번을 기다리고 누락은 DATA_GAP으로 남긴다.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5B054-4B69-4EB8-B978-FD904A3D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D493D-E41F-466D-854B-DD8B8B03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C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DC0564-1CD7-44CC-91BF-CFC6A7BF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E2280-54D6-4F21-B704-54431F67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SQS FIFO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FAA63-11D0-4F33-BD3A-C8210E30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장비별 MessageGroupId로 방출 순서를 유지한다.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13F1B-4C46-40B7-A734-580DD814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A3247-6378-4009-B860-F30B4838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67F3B-ED15-4CC6-8D81-B80376C1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8CA23-89A9-4146-8ECA-83D81608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품질 처리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BE952C-97B4-4FED-8BE6-D0E87E1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늦은 도착·업무 중복·내용 충돌을 별도 Finding으로 본다.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C8CAB0-3D96-46CF-B9D4-B0B6BD1A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14950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592BD-D1C7-4D8E-86A1-001B0BAB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설계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D01C7E-16D6-4578-8BF5-6F840157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수신 ID, 업무 중복 키, payload hash를 분리한다.</a:t>
            </a:r>
          </a:p>
        </p:txBody>
      </p:sp>
    </p:spTree>
    <p:extLst>
      <p:ext uri="{BB962C8B-B14F-4D97-AF65-F5344CB8AC3E}">
        <p14:creationId xmlns:p14="http://schemas.microsoft.com/office/powerpoint/2010/main" val="11299912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09CBEE-CBBA-44AD-A25D-DCEBFAF5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5106B-AD3A-46A0-BAA3-0DB66BDF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파일과 운영자 입력도 수집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ADA20-72A3-42A2-8323-108FCF18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BCA2D-D6EA-4A8C-AA8C-C5566A2C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실시간 장비 연계가 없더라도 검증 경계를 생략하지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3C4C2-6187-47DE-B52B-9CFFBAF4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A85BE-A9A2-41DD-A67C-49BEEAB1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104EF-70A1-4BAA-B8C2-DA000112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81E45-364D-401C-A007-4C476D36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허용 형식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64196-45E5-46A4-AA72-0C144668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47850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UTF-8 JSON·CSV·JSONL, 압축은 HTTP gzip 스트림만 허용한다.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650A6-D200-46B2-8CB7-197E8270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47620-89CE-48A0-8DE8-57088315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크기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8779B-ABFB-43DC-84BE-6DD2C96F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52725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압축 해제 후 10,000,000 bytes와 데이터 10,000건까지다.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67DBA-EB2B-4587-90FC-CF311D71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F73DC-3061-40CF-B204-3369D429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오류 처리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A2050-5E3B-4521-BF58-42D477F3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57600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파일 구조가 무너지면 전체 거부. 레코드 경계가 확실하면 오류 건만 격리한다.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FE6A2-CC42-4D98-BC51-D625B8EB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F59E1-8D82-44E7-9C21-28E50FC3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재전송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29641-9F3D-4099-B76E-1128EA84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62475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파일 해시·batch ID·중복 키로 멱등 처리하고 정상 원본을 덮지 않는다.</a:t>
            </a:r>
          </a:p>
        </p:txBody>
      </p:sp>
    </p:spTree>
    <p:extLst>
      <p:ext uri="{BB962C8B-B14F-4D97-AF65-F5344CB8AC3E}">
        <p14:creationId xmlns:p14="http://schemas.microsoft.com/office/powerpoint/2010/main" val="523518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BE87C3-E602-4268-9F5A-5F0B5CC7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3E949-577B-4748-B0FE-43DCB9A4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원본과 표준값의 저장 관계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BA1C7-E742-4420-A425-37E58F39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DA482-C6C7-457B-AAEB-779452D5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변환 결과만 남기면 오류를 다시 해석하거나 규칙 변경을 검증할 수 없다.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56768-48EC-4AED-88B6-69F80E92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93164-5509-43BB-B8D9-6F74332E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BC9F9-1B56-4BBF-A840-EA1AD023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19115-CFA0-4BDF-A5E4-24434FE3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원본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FD290-D5CF-4F6C-BF0B-0ADF714E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수신 Envelope와 payload 참조를 불변으로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5DAF5-ED2D-4599-939C-BBEDC0F3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7E314-8078-46B4-8EFF-D7A02F7D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표준값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FF0F5-C117-4CCD-B0CA-33C1959E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값 유형·단위·코드·매핑 규칙 버전을 함께 저장한다.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20AAA-B8F0-470E-8680-455629CA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10441-E10E-413F-ABB5-42D5D668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업무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003D2-C952-4B89-B3ED-4C6EF6DF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조리작업·평가·권고와 recipe_version_id를 연결한다.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B8E02-AAD7-4860-8636-AD757970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BE980-E9C2-45EB-ADB1-8BF2BF7D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정정·재계산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103F4-D6BD-4B26-AE8D-F893352E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6247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최초 판정을 덮지 않고 부모를 가진 새 파생 버전을 만든다.</a:t>
            </a:r>
          </a:p>
        </p:txBody>
      </p:sp>
    </p:spTree>
    <p:extLst>
      <p:ext uri="{BB962C8B-B14F-4D97-AF65-F5344CB8AC3E}">
        <p14:creationId xmlns:p14="http://schemas.microsoft.com/office/powerpoint/2010/main" val="6082400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9E981-CDAA-4C03-AFE8-49296352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C5307-3842-4C04-9A2D-8ECAA1D2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업무 API가 지켜야 할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37E12-98DD-4212-BE39-4B2AA017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484C0-B875-4707-9CA8-61BD20A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URI보다 먼저 입력 의미와 권한·오류·재시도 경계를 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3E894-1483-4EB2-BF87-73186C48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AEE22-1B79-4730-B17A-B2AA878B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E18CC-D62A-4416-9DDA-7977840B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41FA1-77CA-497A-B134-25FF01AA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D9067-540D-43EE-8332-8FAFBD09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역할·tenant·매장, 스키마 버전, 필수 ID와 단위를 검증한다.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905B0-8713-4F00-995A-A7B60444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DDF09-67D1-49ED-B621-9A446ADF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명령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128D8-54D6-4446-B530-AD091A66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52725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생성·승인·재처리에는 멱등성 키를 사용한다.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BF692-75BD-4A78-BDCC-45C5E18D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9B3ED-7F19-46C9-9F8B-192A510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응답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7E039-364F-419C-9F4B-733D5550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기계 코드·사용자 메시지·trace ID를 분리하고 비밀값을 싣지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D6293-FA07-4F2C-B238-557455DB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C128B-B186-4A81-87E5-C437A0DF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목록·상태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B7674-4D50-4795-801C-D313F2C3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62475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Cursor 페이징과 인증된 SSE를 설계하되 세부 한도·재연결은 구현 전 확정한다.</a:t>
            </a:r>
          </a:p>
        </p:txBody>
      </p:sp>
    </p:spTree>
    <p:extLst>
      <p:ext uri="{BB962C8B-B14F-4D97-AF65-F5344CB8AC3E}">
        <p14:creationId xmlns:p14="http://schemas.microsoft.com/office/powerpoint/2010/main" val="1614551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D4E1A-1E62-4A60-B7E2-AB630DC6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66CC7-3458-4414-BCBB-F955A354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조리작업 완료 API의 의미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18CFE-DC43-4BFF-A556-6C71E71A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5EFD5-701F-4068-A72E-28E6B038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“완료 성공” 하나로 상태·측정·안전 결과를 합치지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698B1-6AE6-464B-BE55-E15FF0A3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1176E-A59F-4CCC-A26D-B0CF0453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5DDCF-2F98-454B-8F1A-9B552D4E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DCCE0-8ED6-4A73-9DD6-E5054797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D32F4-B76F-4260-A149-2EEAB6F2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명령 전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0895B-633B-480F-824F-B85E61D9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요청자가 작업 매장에 접근하는가?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현재 상태에서 완료 전이가 가능한가?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투입·인양·실제값 입력은 끝났는가?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최신 센서가 STALE인가?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6FBD8-60BF-4F5C-929C-8DEAAA96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012BF-660F-42E2-A8BB-9ECCA5B8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8B477-7926-440B-87A2-5A01DD10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명령 뒤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04DDE-2B24-4AA9-95E4-28FAEB4F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작업 완료 사건과 적용된 상태 버전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공정판정 결과 또는 미산출 사유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안전·품질의 별도 상태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재시도 때 동일 결과를 찾을 멱등성 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ECD96-A244-47DA-A04D-05009183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9775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0C196-7456-4D3C-811D-D6B1E600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43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계약 상태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4382C-8291-4B4E-8B68-502B0EDE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3407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실제 endpoint·필드·오류 코드는 구현 전 확정한다.</a:t>
            </a:r>
          </a:p>
        </p:txBody>
      </p:sp>
    </p:spTree>
    <p:extLst>
      <p:ext uri="{BB962C8B-B14F-4D97-AF65-F5344CB8AC3E}">
        <p14:creationId xmlns:p14="http://schemas.microsoft.com/office/powerpoint/2010/main" val="1078654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43031E-E23C-4231-9B09-EFFA2B2D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AB5D1-E313-4E1F-94FB-25966E3E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AI 요청의 비동기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CB6CD-9ED5-4137-99E0-91F01CF3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13E46-3E8B-463A-88CF-BBA7CF41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느린 공급자 호출을 일반 화면 요청과 분리한다.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4F025-4D67-4933-ACB0-454113E7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C9304-FA34-4B0A-959A-73753972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A32B4-12F7-4FBF-9760-B41BAA58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83423-F28C-4D87-BC66-74630E77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5EB73-09B4-4AE3-BB3E-8F10BA20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44CD9-BFEC-4F42-B8F7-647213E5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EEDBE-1261-45B8-B4FC-F836FE3F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Business API가 권한·매장·전송 정책을 검사한다.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CBABF-327D-4581-8294-6A0B7569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9AD86-FECF-4741-9DF9-27C8016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74F81-82ED-4EBD-B120-03D2EE4A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65BD5-FCBF-4861-9151-7EA37C56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대기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564D9-4354-43FF-902C-6C20C639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SQS에는 작업 ID만, 암호화 본문은 Claim Check에 둔다.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C5389-3683-4751-A995-CCC93B46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C41A4-9DA0-4FF0-A431-1076D23B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C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60EDC-F147-4C9F-ACF3-D35AC114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208C6D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55C8E-DF40-485B-94EA-0D0DCB8E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200FC-1DEF-4F6C-B825-59B456FD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Worker와 Gateway가 모델·Tier·키·한도를 재검사한다.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1774E-E66A-4BE1-92CA-6618DE6D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28384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E01E4-DD10-4C5A-BC3F-51F62D94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717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989BB-C808-4FCB-9B0A-1BED69AD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19325"/>
            <a:ext cx="57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EF8B2C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55DAE-85E6-4C8C-A084-68DA3BB3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8384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통지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AC493-9313-4D49-9584-8EB4142E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1952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상태를 SSE로 알리고 만료·실패·재실행을 구분한다.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DCA8D6-FCB0-49FD-8A8F-AA6A124A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14950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59C5A-36A6-41F6-B69F-63F21984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설계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FE8DF-90F4-4CFF-A8E2-4B98D531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29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일반 서비스는 공급자 키를 복호화하지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527981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4F66D-970F-4592-BF98-B54D6ABA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211BB-8A21-4E9D-B67C-7E1A1903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세 사용자 화면을 나눈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18228-6556-484E-9853-A1790ED0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D71C4-4980-4A1D-8736-44176E46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고객 업무·운영 설정·합성 시험 송신은 권한과 사고 범위가 다르다.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041B9-6F53-4AB9-AEA6-96FE36DF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3D0D3-24C5-44D5-8628-C335C1DD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8A000-92F5-4374-AFBE-6C156D56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8526A-6858-4A84-A33C-06233AF0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고객 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CA006-3BF3-42D1-BEF1-8A9ECABC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조리작업, 챗봇, 레시피, 평가와 분석을 매장 범위에서 사용한다.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24E94-5318-4C69-8DA2-0238452B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0BD88-9623-4C2F-B0E3-766CDEF5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관리자 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E75E5-58ED-4B10-8037-EDE5FAC6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수집·품질, 모델 승인, 사용자·매장 권한과 감사를 관리한다.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FF564-52D1-4AFA-BEDF-358A1F39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13BB0-6115-4B59-B6F6-5B6AF85A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Mock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9F6EB-B940-436C-A4C0-F3F0BE49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개발·시험 담당자가 fixture와 오류 시나리오를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0609A-E0AC-4420-AE54-00936302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44FB5-44FC-4905-91FE-314089B4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공통 원칙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47FA2-8C9F-4BC4-9486-A7257D6A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6247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어느 화면에도 장비 구동·설정 전송 UI를 두지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0787681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B16C8-19A5-47B0-A245-30C8C353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19283-3319-441A-AEFE-A2CF0181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대시보드가 보여줘야 할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7DDDE-2F3C-4889-B0E2-FE794E27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B1253-8D7D-4E27-908C-CB8882C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숫자만 최신처럼 보이면 운영자가 잘못된 결정을 내릴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58023-0349-4839-BFC6-46690634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51DE0-7137-4AF1-8337-03891BCB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E7B15-F1EA-4784-81F8-0E75273B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F7053-37E5-4EB3-9DE1-3405F3D5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장비 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3851A-6743-43BF-AFD6-DEBE5CF4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단위·발생/수신시각·출처·품질 상태를 같이 표시한다.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E7A91-5528-4563-8E5C-33FB78EE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D1E79-F0D3-4F77-A86B-F8C471E4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부분 데이터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E6001-BB23-46FC-BF8A-A33ACE86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로딩·빈 상태·일부만 도착한 상태를 구분한다.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836E1-454A-4D03-8ED6-318A62BF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27B02-5DB6-480B-B1CF-6D9EF30E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시간 경과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7383E-E49D-4393-929D-35C22180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STALE과 OFFLINE을 정상 현재값과 구분한다.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53B6C-8245-4744-8F25-B010B2D3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80EF5-D9E1-4954-B2CA-ED15A4C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실패·권한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C7753-637C-46FB-8712-AB03EEF9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6247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원인·영향·다음 행동·trace ID를 보여주되 원문 비밀값은 숨긴다.</a:t>
            </a:r>
          </a:p>
        </p:txBody>
      </p:sp>
    </p:spTree>
    <p:extLst>
      <p:ext uri="{BB962C8B-B14F-4D97-AF65-F5344CB8AC3E}">
        <p14:creationId xmlns:p14="http://schemas.microsoft.com/office/powerpoint/2010/main" val="18248163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F8B1E-FA90-4735-9E2A-835E69D7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A845C-157E-44D5-A058-9F520840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역할과 매장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4073C-F46C-4EEA-83A8-7A03D37C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99133-DDD2-44A3-BDF1-8B2D0167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메뉴 숨김은 사용성 기능이고 최종 권한 판단은 서버가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6D313-58BF-4DA8-9266-AAEC5FB3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98274-3084-4413-A86D-18B34747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0CA69-151F-420A-807D-A395A091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1DA18-10A2-4D50-B087-B835DA70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00721-68D1-4712-A5B0-3707AC6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요청마다 확인할 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DCEEF-0B71-4D2D-AE28-E742708D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계정 활성 상태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역할과 작업 권한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tenant·매장 소유권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조회·다운로드의 데이터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ABE60-68E0-4F8B-9D03-8C9E3D3F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4A74B-67C6-4441-924D-587E44F7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50196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A2329-4962-4C64-8442-D0A7FB8C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448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서로 분리할 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73F32-FE0C-45EB-BB54-16A77A57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4481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레시피 작성과 승인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고객 업무와 관리자 설정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Mock 시험 송신과 운영 조회</a:t>
            </a:r>
          </a:p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AI 키 등록과 저장용 복호화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47CD7-832C-4CD0-98FB-0F35F323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9775"/>
            <a:ext cx="10382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1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EE909-584D-43D6-B811-C9387EC9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43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설계 이유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E41F4-7B31-4764-A02F-72B3E043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93407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브라우저가 보낸 역할·매장 ID만으로 접근을 허용하지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719032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7F1DE-B5C6-4FFB-AC3C-7FE9DB4C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CCC7E-C544-4923-96CC-1F816C72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개인정보와 AI 키의 별도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3A8D4-5E35-40FF-A8A5-2C54400F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1916A-02BE-46D1-A62D-AEA11284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업무 편의를 위해 원문 식별자와 공급자 키를 넓게 공유하지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881AB-51DE-487A-9370-7A34E7BD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7163F-D080-43C8-8662-92DF8FA8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65CEB-AC90-407B-B32B-5ABE96DF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C282D-A152-4055-846E-0620E483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개인정보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2ABE2-2D28-47F3-8B96-FA6CBC38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원문은 Identity Vault, 업무에는 목적·기간별 가명값을 사용한다.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1EB27-CB19-482F-A406-D3E02CFC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B0EAB-EFA6-43FA-A7CD-5E293E7E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연결 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B8CDB-2CB5-4D01-B1E2-DC6A011E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52725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암호화 Link Capsule에 두고 제한된 역할만 연결한다.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4B8F3-A040-4D0B-9EA2-F03F516F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087E0-1265-4ED8-AB94-C1DBC1B0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외부 AI 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51B25-6324-4A92-A65D-F99F76DF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등록 서비스가 암호화 저장하고 Gateway만 사용 시 복호화한다.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7CCBB-754C-4288-8CF3-99093FEC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AF6C7-93AE-440E-A36E-369EE5B6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삭제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39A05-C912-4CC5-B4A6-A35390D6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62475"/>
            <a:ext cx="8143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원문·키뿐 아니라 캐시·색인·임베딩·백업 복원 후 Tombstone을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92576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229E5-E509-41C1-89F4-7EE53D5F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5F0FF-CFFA-4788-AB99-E7683AD4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감사·보존·복구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86135-B500-4767-A118-6170998E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43EDB-B34B-46DD-A382-F8459080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로그가 남는 것과 원인을 추적하고 복원할 수 있는 것은 다르다.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3038B-8021-47A3-A7B7-12EDCF5B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F248F-D712-4552-A884-5F3E2345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AABFD-46AD-472D-9DA7-51C3AAC7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9C43E-8D51-42B2-8E4B-4911298F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감사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5AA3D-16AC-458A-8F33-4087469E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47850"/>
            <a:ext cx="8239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승인·삭제·재처리를 비가역 최소 증적과 연결된 감사 이력으로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0041E-ADA1-4982-8C5A-64B3A449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CD0EE-741F-4AEB-9048-27B4CC71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보존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AF578-66E2-4E1E-9355-82FE5489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52725"/>
            <a:ext cx="8239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장비 원천·표준 및 프롬프트 원문 90일, 일반 로그 30일, 과금 상세 1년.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E4939-23DE-440F-BBC5-8B4D87FD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6AC1F-132C-446D-9AC8-691784BC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복구 목표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E5753-3226-4C02-86F2-273DFAB3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8239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내부 시험 목표 RPO 1시간, RTO 4시간. 공급자 SLA가 아니다.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8C786-3DC9-4334-BA94-26982F9E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CFDD6-9011-4AA5-89F0-908987AC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D27C7-1C9D-413F-B865-F5B12F3A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8239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분기별 격리 복원에서 권한·삭제 Tombstone·S3 버전·감사 연속성을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0689071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4FB0B-730B-4BAF-89E6-C1D2E514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9C7AD-0C75-4C9F-8EA7-89025969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개발·시험의 공통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720C6-FFF0-40BC-901C-0D0C30C3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BFEA9-EEED-463A-9D0D-0CACA2EE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다른 모듈이 같은 사건을 다르게 해석하지 않도록 계약을 고정한다.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E7B08-1AA8-455D-A0BA-21189943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FB034-1E29-40BD-A04C-30040117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38992-8C2F-4DDE-B499-5CACA828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0956D-0FCC-4554-ABEE-438126A9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시간·수치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A04E1-7E0E-40DA-AA0F-2A428C7F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47850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UTC, 발생·수신·효력·기록 시각을 구분하고 판정 수치는 Decimal을 사용한다.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F2E36-3926-455A-826D-990B207D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634C4-5DD7-4EC3-A375-F81FCED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불변성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E1AB9-A295-473B-BE9B-18F7748F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52725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원본·최초 판정을 덮지 않고 스키마·매핑·산식 버전을 남긴다.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D5EE7-6792-43CD-A081-4C6B384A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9ED73-9131-4299-83A5-C8674B22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계약시험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57C01-32EB-4919-A648-E9A4410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57600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중복·역순·권한·오류·재처리와 AI 출력 실패를 재현한다.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1B21C-463C-479D-8F34-A67D8353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E20B9-D92E-41C0-BF1A-7085E8ED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검증 범위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F8BCD-6732-4143-B090-7E2B7FFA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62475"/>
            <a:ext cx="8191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로컬 Mock 시험을 AWS 적합성이나 실제 제조사 호환성으로 확대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109611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D0A16-26F5-43D6-B10C-AF074052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60C1E-4AA6-4F63-A277-AF949BCC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현재 설계와 검증의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D692F-9C95-4066-81F1-FC7E999B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3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9585C-A20E-43CE-9DD9-055BDF3C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347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논리 구조는 정해졌지만 실제 제품의 처리량·권한·복구는 실측해야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41E22-6F38-49C0-8919-B35923DD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0B7BB-CDF3-4519-B48E-33D1104C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시스템 설계와 운영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1BFA0-3A59-4E7C-97B7-A47BA37D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0B311-F772-4D79-99B4-CADA5678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859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현재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9D61F-88AE-4DAE-95E5-9B6221B1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읽기 전용 수집, 모듈 책임, 원본 불변, AI Gateway 단독 키 사용.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B071E-6A7D-46F0-BF56-F1854C10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6FC9E-7DAF-4A1B-9255-26EC7315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908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구현 전 계약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352D8-C8E0-4075-9BE2-AB5DECD6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업무 URI·DTO, 프로토콜 세부, Mapping ID, 물리 키·인덱스.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9CEC5-5775-48C6-B1CB-5BD9D129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3B3CB-79BF-4EF1-B268-12014D7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957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초기 구현 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E89CB-5F3C-4CA1-9542-0639B707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실제 DynamoDB·KMS·STS·SQS와 배포 단위의 적합성 재검증.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88AF9-7F55-481B-BA31-83ACB658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10382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B4854-2271-4B54-8707-2E6817E8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0057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운영 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42E48-D14A-4EB7-BC63-CAF15820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62475"/>
            <a:ext cx="7858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1384E"/>
                </a:solidFill>
                <a:latin typeface="Noto Sans CJK KR"/>
                <a:ea typeface="Noto Sans CJK KR"/>
                <a:cs typeface="Noto Sans CJK KR"/>
              </a:rPr>
              <a:t>성능·복원 목표를 시험하고 담당·알림·교육 절차를 확정한다.</a:t>
            </a:r>
          </a:p>
        </p:txBody>
      </p:sp>
    </p:spTree>
    <p:extLst>
      <p:ext uri="{BB962C8B-B14F-4D97-AF65-F5344CB8AC3E}">
        <p14:creationId xmlns:p14="http://schemas.microsoft.com/office/powerpoint/2010/main" val="1205482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2026-10-23T23:48:12.1450000Z</dcterms:created>
  <dcterms:modified xsi:type="dcterms:W3CDTF">2026-10-23T23:48:12.1450000Z</dcterms:modified>
</coreProperties>
</file>