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7e87ed4dbb4472" /><Relationship Type="http://schemas.openxmlformats.org/officeDocument/2006/relationships/extended-properties" Target="/docProps/app.xml" Id="Rf6e8407682024cfe" /><Relationship Type="http://schemas.openxmlformats.org/officeDocument/2006/relationships/officeDocument" Target="/ppt/presentation.xml" Id="R0f0f48aaa1984c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b0700d733d4acb"/>
  </p:sldMasterIdLst>
  <p:notesMasterIdLst>
    <p:notesMasterId xmlns:r="http://schemas.openxmlformats.org/officeDocument/2006/relationships" r:id="Rc27161b203494983"/>
  </p:notesMasterIdLst>
  <p:sldIdLst>
    <p:sldId xmlns:r="http://schemas.openxmlformats.org/officeDocument/2006/relationships" id="256" r:id="R14ade4db51b74e4d"/>
    <p:sldId xmlns:r="http://schemas.openxmlformats.org/officeDocument/2006/relationships" id="257" r:id="R7c387534faf1480f"/>
    <p:sldId xmlns:r="http://schemas.openxmlformats.org/officeDocument/2006/relationships" id="258" r:id="R810d91618e944007"/>
    <p:sldId xmlns:r="http://schemas.openxmlformats.org/officeDocument/2006/relationships" id="259" r:id="R3619c6e5285d4150"/>
    <p:sldId xmlns:r="http://schemas.openxmlformats.org/officeDocument/2006/relationships" id="260" r:id="Ref3a66788ff24efc"/>
    <p:sldId xmlns:r="http://schemas.openxmlformats.org/officeDocument/2006/relationships" id="261" r:id="R8763991f086840ea"/>
    <p:sldId xmlns:r="http://schemas.openxmlformats.org/officeDocument/2006/relationships" id="262" r:id="R5ba0c0c009004501"/>
    <p:sldId xmlns:r="http://schemas.openxmlformats.org/officeDocument/2006/relationships" id="263" r:id="R8f556235ffe54cb8"/>
    <p:sldId xmlns:r="http://schemas.openxmlformats.org/officeDocument/2006/relationships" id="264" r:id="Rf6a92fae07dd471f"/>
    <p:sldId xmlns:r="http://schemas.openxmlformats.org/officeDocument/2006/relationships" id="265" r:id="Rcd0db1863cfe4838"/>
    <p:sldId xmlns:r="http://schemas.openxmlformats.org/officeDocument/2006/relationships" id="266" r:id="Rcc8c3a0a03f14a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682d6037b54255" /><Relationship Type="http://schemas.openxmlformats.org/officeDocument/2006/relationships/slideMaster" Target="/ppt/slideMasters/slideMaster1.xml" Id="R54b0700d733d4acb" /><Relationship Type="http://schemas.openxmlformats.org/officeDocument/2006/relationships/notesMaster" Target="/ppt/notesMasters/notesMaster1.xml" Id="Rc27161b203494983" /><Relationship Type="http://schemas.openxmlformats.org/officeDocument/2006/relationships/presProps" Target="/ppt/presProps.xml" Id="R0f5d6dd6d05c40cb" /><Relationship Type="http://schemas.openxmlformats.org/officeDocument/2006/relationships/tableStyles" Target="/ppt/tableStyles.xml" Id="R769ca17e244e4209" /><Relationship Type="http://schemas.openxmlformats.org/officeDocument/2006/relationships/slide" Target="/ppt/slides/slide1.xml" Id="R14ade4db51b74e4d" /><Relationship Type="http://schemas.openxmlformats.org/officeDocument/2006/relationships/slide" Target="/ppt/slides/slide2.xml" Id="R7c387534faf1480f" /><Relationship Type="http://schemas.openxmlformats.org/officeDocument/2006/relationships/slide" Target="/ppt/slides/slide3.xml" Id="R810d91618e944007" /><Relationship Type="http://schemas.openxmlformats.org/officeDocument/2006/relationships/slide" Target="/ppt/slides/slide4.xml" Id="R3619c6e5285d4150" /><Relationship Type="http://schemas.openxmlformats.org/officeDocument/2006/relationships/slide" Target="/ppt/slides/slide5.xml" Id="Ref3a66788ff24efc" /><Relationship Type="http://schemas.openxmlformats.org/officeDocument/2006/relationships/slide" Target="/ppt/slides/slide6.xml" Id="R8763991f086840ea" /><Relationship Type="http://schemas.openxmlformats.org/officeDocument/2006/relationships/slide" Target="/ppt/slides/slide7.xml" Id="R5ba0c0c009004501" /><Relationship Type="http://schemas.openxmlformats.org/officeDocument/2006/relationships/slide" Target="/ppt/slides/slide8.xml" Id="R8f556235ffe54cb8" /><Relationship Type="http://schemas.openxmlformats.org/officeDocument/2006/relationships/slide" Target="/ppt/slides/slide9.xml" Id="Rf6a92fae07dd471f" /><Relationship Type="http://schemas.openxmlformats.org/officeDocument/2006/relationships/slide" Target="/ppt/slides/slide10.xml" Id="Rcd0db1863cfe4838" /><Relationship Type="http://schemas.openxmlformats.org/officeDocument/2006/relationships/slide" Target="/ppt/slides/slide11.xml" Id="Rcc8c3a0a03f14a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ec273b3c084e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0de4e6ae904ebe" /><Relationship Type="http://schemas.openxmlformats.org/officeDocument/2006/relationships/notesMaster" Target="/ppt/notesMasters/notesMaster1.xml" Id="R904740b7c03044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00ac4b3ad3435e" /><Relationship Type="http://schemas.openxmlformats.org/officeDocument/2006/relationships/notesMaster" Target="/ppt/notesMasters/notesMaster1.xml" Id="Rbfa6ebf9ed7249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9c082432324db1" /><Relationship Type="http://schemas.openxmlformats.org/officeDocument/2006/relationships/notesMaster" Target="/ppt/notesMasters/notesMaster1.xml" Id="R32e9077527b849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789c3e90a846f7" /><Relationship Type="http://schemas.openxmlformats.org/officeDocument/2006/relationships/notesMaster" Target="/ppt/notesMasters/notesMaster1.xml" Id="Rd31bfae6f71a47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eaaed731424edd" /><Relationship Type="http://schemas.openxmlformats.org/officeDocument/2006/relationships/notesMaster" Target="/ppt/notesMasters/notesMaster1.xml" Id="Re4538ee298844e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bf79006f7c4202" /><Relationship Type="http://schemas.openxmlformats.org/officeDocument/2006/relationships/notesMaster" Target="/ppt/notesMasters/notesMaster1.xml" Id="Rf2e85e63997e4c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eddafd065b473a" /><Relationship Type="http://schemas.openxmlformats.org/officeDocument/2006/relationships/notesMaster" Target="/ppt/notesMasters/notesMaster1.xml" Id="R3fe55442d99d47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14638e04874a93" /><Relationship Type="http://schemas.openxmlformats.org/officeDocument/2006/relationships/notesMaster" Target="/ppt/notesMasters/notesMaster1.xml" Id="R0d4d72dc7fe04a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8cf58baeeb4b91" /><Relationship Type="http://schemas.openxmlformats.org/officeDocument/2006/relationships/notesMaster" Target="/ppt/notesMasters/notesMaster1.xml" Id="R1818ec8dc9a241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a5a862de034328" /><Relationship Type="http://schemas.openxmlformats.org/officeDocument/2006/relationships/notesMaster" Target="/ppt/notesMasters/notesMaster1.xml" Id="R9dda6924aaba4c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60c05d151fb4310" /><Relationship Type="http://schemas.openxmlformats.org/officeDocument/2006/relationships/notesMaster" Target="/ppt/notesMasters/notesMaster1.xml" Id="Rff5853100a0741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요구사항 정의서 RD v0.7, 과업지시서, 프로젝트 AGENTS.md. 일정은 개인 프로젝트의 계획이며 실적을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과업지시서 I.1 추진배경·목적, II.2 플랫폼 구축 기본원칙; RD v0.7 1.1~1.4.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선정 동기는 발표자의 개인적 관심을 반영한 서술. 제어 제외 경계는 과업지시서 II.2 및 RD v0.7 1.1을 따른다.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RD v0.7 1.1~1.4, 과업지시서 I.1 및 II.2.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과업지시서 II.1 요구사항 총괄표 및 II.2 세부 요구사항; RD v0.7 기능 분류.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과업지시서 II.2 및 III.3 추진일정; RD v0.7 1.1~1.4; AGENTS.md 6.2~6.5. 실제 장비 대신 Mock, 물리 서버의 논리 사양 대체, 공개 데모는 승인된 프로젝트 결정이다.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AGENTS.md 6.2·6.4·6.9; 개발표준정의서 v0.4; SAD v0.3; Resources 백과 architecture.md. Python/TypeScript는 권고 기술 방향으로 서술한다.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개인 프로젝트 계획. 기간은 2026-08-31부터 2026-12-07까지 1~15주차. 과업지시서 III.3의 월 단위 추진 항목을 RD v0.7과 AGENTS.md의 분석·설계·구현 단계에 맞춰 주 단위로 재구성했다. 실제 진행도가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개인 프로젝트 계획. 기간은 2026-08-31부터 2026-12-07까지 1~15주차. 과업지시서 III.3의 월 단위 추진 항목을 RD v0.7과 AGENTS.md의 분석·설계·구현 단계에 맞춰 주 단위로 재구성했다. 실제 진행도가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개인 프로젝트 계획. 기간은 2026-08-31부터 2026-12-07까지 1~15주차. 과업지시서 III.3의 월 단위 추진 항목을 RD v0.7과 AGENTS.md의 분석·설계·구현 단계에 맞춰 주 단위로 재구성했다. 실제 진행도가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RD v0.7 1.1~1.4, 과업지시서 II.2. 목표 산출을 설명하는 계획 슬라이드이며 완료 사실을 주장하지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5a5e52c6aa49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0e02da974d422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0d7fb57e774b1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ca0d9fdbca49c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6d4ea8c5f143f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b1d259cf7541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B5455F-27E5-484C-B387-0583043154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96ACB8B-A751-4B62-9541-BBF0C80CCDD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42F5768-9A50-46A3-B11F-914C130389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C1C550-CE44-4288-B309-9C99B71863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E72E5A9-0DF1-4DCD-9646-9AF67D18F9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61D0ECB-A94F-4E0F-9F00-3666D81C43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F848E80-2E8D-43C5-B8CD-373A7A9823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402A33B-FFEB-47FD-800A-39A2FFF31D3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F3DBC0-88FC-482B-ACBF-1599E87A86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F7F71E-9703-452B-8C88-08F7A3388A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271edc13b0432d" /><Relationship Type="http://schemas.openxmlformats.org/officeDocument/2006/relationships/slideLayout" Target="/ppt/slideLayouts/slideLayout1.xml" Id="R334c9ecc14cc45e2" /><Relationship Type="http://schemas.openxmlformats.org/officeDocument/2006/relationships/slideLayout" Target="/ppt/slideLayouts/slideLayout2.xml" Id="R89f3e957583a4c1d" /><Relationship Type="http://schemas.openxmlformats.org/officeDocument/2006/relationships/slideLayout" Target="/ppt/slideLayouts/slideLayout3.xml" Id="R069f4a6a4e394b78" /><Relationship Type="http://schemas.openxmlformats.org/officeDocument/2006/relationships/slideLayout" Target="/ppt/slideLayouts/slideLayout4.xml" Id="Rb56f3bf2a8204447" /><Relationship Type="http://schemas.openxmlformats.org/officeDocument/2006/relationships/slideLayout" Target="/ppt/slideLayouts/slideLayout5.xml" Id="Racc5001a10d34d73" /><Relationship Type="http://schemas.openxmlformats.org/officeDocument/2006/relationships/slideLayout" Target="/ppt/slideLayouts/slideLayout6.xml" Id="Ra8de878765144e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4c9ecc14cc45e2"/>
    <p:sldLayoutId xmlns:r="http://schemas.openxmlformats.org/officeDocument/2006/relationships" id="2147483650" r:id="R89f3e957583a4c1d"/>
    <p:sldLayoutId xmlns:r="http://schemas.openxmlformats.org/officeDocument/2006/relationships" id="2147483651" r:id="R069f4a6a4e394b78"/>
    <p:sldLayoutId xmlns:r="http://schemas.openxmlformats.org/officeDocument/2006/relationships" id="2147483652" r:id="Rb56f3bf2a8204447"/>
    <p:sldLayoutId xmlns:r="http://schemas.openxmlformats.org/officeDocument/2006/relationships" id="2147483653" r:id="Racc5001a10d34d73"/>
    <p:sldLayoutId xmlns:r="http://schemas.openxmlformats.org/officeDocument/2006/relationships" id="2147483654" r:id="Ra8de878765144e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8465938cd749d4" /><Relationship Type="http://schemas.openxmlformats.org/officeDocument/2006/relationships/notesSlide" Target="/ppt/notesSlides/notesSlide1.xml" Id="R2c77253a12414c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4cc13533aa42ca" /><Relationship Type="http://schemas.openxmlformats.org/officeDocument/2006/relationships/notesSlide" Target="/ppt/notesSlides/notesSlide2.xml" Id="Rbafcf0e0fd4349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630e552a924768" /><Relationship Type="http://schemas.openxmlformats.org/officeDocument/2006/relationships/notesSlide" Target="/ppt/notesSlides/notesSlide3.xml" Id="Re0d5d5be778c41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ec76dfbda54a72" /><Relationship Type="http://schemas.openxmlformats.org/officeDocument/2006/relationships/notesSlide" Target="/ppt/notesSlides/notesSlide4.xml" Id="R950f821d14c448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751d8cc40b426c" /><Relationship Type="http://schemas.openxmlformats.org/officeDocument/2006/relationships/notesSlide" Target="/ppt/notesSlides/notesSlide5.xml" Id="Ra397c62a2eb145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4e5bdbc96d4e31" /><Relationship Type="http://schemas.openxmlformats.org/officeDocument/2006/relationships/notesSlide" Target="/ppt/notesSlides/notesSlide6.xml" Id="Raa9572dc331d47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59937193364945" /><Relationship Type="http://schemas.openxmlformats.org/officeDocument/2006/relationships/notesSlide" Target="/ppt/notesSlides/notesSlide7.xml" Id="R6fe9d49fb1ae43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132295f7a74fb4" /><Relationship Type="http://schemas.openxmlformats.org/officeDocument/2006/relationships/notesSlide" Target="/ppt/notesSlides/notesSlide8.xml" Id="R7e54695f5c2e42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3e694056124a59" /><Relationship Type="http://schemas.openxmlformats.org/officeDocument/2006/relationships/notesSlide" Target="/ppt/notesSlides/notesSlide9.xml" Id="R4c47b6fdcf3b4e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76b2047ce04355" /><Relationship Type="http://schemas.openxmlformats.org/officeDocument/2006/relationships/notesSlide" Target="/ppt/notesSlides/notesSlide10.xml" Id="R8a3c63636dd247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f805aa8d9b48cc" /><Relationship Type="http://schemas.openxmlformats.org/officeDocument/2006/relationships/notesSlide" Target="/ppt/notesSlides/notesSlide11.xml" Id="R756e14f14b1241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1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12591-3E8C-445B-9E5F-9E25566F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3355CE-39FC-4CED-A87F-05DC914A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334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rPr>
              <a:t>FOODTECH AI RECIPE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9AEC54-29EA-44ED-BF6E-DE76DA15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0287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4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4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4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4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4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4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4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4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4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프로젝트 소개 및 개발 계획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84A99-5CFC-4D9D-9A4B-8E5FCC12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950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950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950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950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950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950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950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950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950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rPr>
              <a:t>조리 데이터 표준화와 품질 개선을 위한 개인 프로젝트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BCAD5-F1C3-43FB-910F-52B4C32D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769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rPr>
              <a:t>2026.08.31–12.07 · 15주 계획</a:t>
            </a:r>
          </a:p>
        </p:txBody>
      </p:sp>
    </p:spTree>
    <p:extLst>
      <p:ext uri="{BB962C8B-B14F-4D97-AF65-F5344CB8AC3E}">
        <p14:creationId xmlns:p14="http://schemas.microsoft.com/office/powerpoint/2010/main" val="4367419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953A7E-4246-4F02-AFE0-A862300B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EA2718-2ABF-4F54-B00A-D15D6A9E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프로젝트의 출발점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1D49D-5D73-46EF-BFEA-C6EE0B87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10429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서로 다른 장비의 기록을 한 번의 조리 경험으로 연결한다.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8F107-63B6-440B-97C6-A1096EEF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429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A1B219-9B46-4D12-9D00-A68DB1D1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FAE1C5-F71F-41CE-8540-370D069A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프로젝트 소개 및 개발 계획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2FE9C-D698-47AB-8B82-67FD526C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0382250" cy="847725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FADA4F-9EB7-4D75-9043-4D5E5DA0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669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현장의 문제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F982E5-F43F-414B-8C3D-A9C99130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866900"/>
            <a:ext cx="7905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제조사마다 이름·단위·코드가 달라 조리 데이터를 함께 읽기 어렵다.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4EDC01-2D85-462A-B6EA-137056AA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10382250" cy="847725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0D4303-768C-4398-A078-90386D0E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6702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품질의 문제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11CCA8-ED46-4EF0-BCF7-5AEA3766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867025"/>
            <a:ext cx="7905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메뉴와 작업 조건이 바뀌면 실제 조리 결과가 흔들린다.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887984-C4B5-43A9-9340-F661AE62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10382250" cy="847725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B861BB-D22B-4429-B5F9-684A4ABF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671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프로젝트의 역할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3B06D5-1580-416F-BAC4-F3934A07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867150"/>
            <a:ext cx="7905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데이터를 비교 가능한 형태로 정리하고 권장 조리조건을 제시한다.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1A6785-78F4-426C-B03F-0381A2D4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10382250" cy="847725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55AD2A-4D52-423D-BEBD-0928F7B4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6727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사람의 판단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15742A-BEF6-4427-B100-89A7C877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867275"/>
            <a:ext cx="7905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운영자가 권고를 검토하고 장비를 직접 설정한다.</a:t>
            </a:r>
          </a:p>
        </p:txBody>
      </p:sp>
    </p:spTree>
    <p:extLst>
      <p:ext uri="{BB962C8B-B14F-4D97-AF65-F5344CB8AC3E}">
        <p14:creationId xmlns:p14="http://schemas.microsoft.com/office/powerpoint/2010/main" val="2034694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B3A44-1F4E-4241-9539-9CDFEDE4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C82AE-851F-4AA3-9843-1EF8D789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왜 이 프로젝트를 선택했는가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62A5D9-AD40-4430-A7C3-1FF00818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429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7AA812-F54D-40C1-B685-1EF7B3FB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4A587-9809-470C-A10D-041E91E0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프로젝트 소개 및 개발 계획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150C5-D6E3-45DF-A516-B92D79FE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714500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1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1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1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1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1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1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1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1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1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흥미로운 교차점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EA1BF9-EB17-4AA2-8E9A-B429C31C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5742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2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2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2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2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2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2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2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2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2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데이터 분석과 AI가 실제 조리 현장의 문제와 만난다.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D30BD-4914-40D5-8DF5-24089C1B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52800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하드웨어와 장비 제어에도 관심이 있다. 그래서 장비가 어떤 데이터를 만들고, 연결이 끊기면 무엇이 달라지는지 소프트웨어에서 재현해 보고 싶다.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5E561D-644F-495B-9B6B-D14C80E6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381625"/>
            <a:ext cx="1009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이번 범위는 읽기 전용 데이터 연계와 의사결정 지원이다. 장비 구동·제어는 포함하지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0383811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AD7135-3761-4512-98BC-63A8DD96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4E291-1E3C-424B-8B24-6A0A3948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프로젝트 목적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28858-6300-474D-9071-E27DDF21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10429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표준 데이터를 바탕으로 조리 품질을 설명하고 개선하는 흐름을 만든다.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2DD06-FECC-41A3-805C-0B86D097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429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A1D17-DF27-4E52-930B-5F5298EE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473E4D-CCA3-4F85-9383-C25D0275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프로젝트 소개 및 개발 계획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09672-9071-4869-8C6F-BF58BB86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10382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7BB47-44D5-4C8B-B18B-FBA67253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5737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데이터 표준화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E223D-A012-4223-84BC-2D601125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857375"/>
            <a:ext cx="7905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장비마다 다른 온도·시간·상태를 공통 항목으로 변환하고 원본도 보존한다.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BA9FBC-30F0-48D3-B1BE-A5AB5BFA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0382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1A0FE-1CF7-4636-88EF-BB782008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4797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품질 표준화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03DB2F-E586-43BC-B457-B4383A4F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847975"/>
            <a:ext cx="7905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권장값과 실제 사용값, 조리 결과를 같은 작업 이력에서 비교한다.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3E8EB2-C8B4-4C89-BA64-AEB96CFC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24275"/>
            <a:ext cx="10382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7DB2DB-8673-4F94-AEC4-225C7FC6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3857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품질 향상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62DA14-5E08-4374-B46B-ED91DB7A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838575"/>
            <a:ext cx="7905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평가와 실패 원인을 다음 레시피 검토에 연결한다.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923BFD-370E-4D02-A134-6EA8F826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10382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B9D783-31CE-49B1-B992-3F763324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2917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안전한 활용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6E6014-0416-4719-8C59-F89E4A2D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829175"/>
            <a:ext cx="7905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AI 권고는 후보로 제시하고 운영자의 검토·승인을 거친다.</a:t>
            </a:r>
          </a:p>
        </p:txBody>
      </p:sp>
    </p:spTree>
    <p:extLst>
      <p:ext uri="{BB962C8B-B14F-4D97-AF65-F5344CB8AC3E}">
        <p14:creationId xmlns:p14="http://schemas.microsoft.com/office/powerpoint/2010/main" val="736272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D4CB4E-33CC-4544-B7C4-A134D6E2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5FF4D2-7F3B-4596-9BEA-F8C26F0F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주요 요구사항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5207D2-97D9-4C17-9525-C2986A24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10429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업무 흐름에 따라 요구를 네 묶음으로 정리했다.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3B266-F7EE-4388-AF5B-5A5FFD32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429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057E6-A047-4EEC-8A2D-ED7E1347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367F69-DD38-463F-B6A7-30392222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프로젝트 소개 및 개발 계획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03A78-E59E-4C61-86F0-D3357FB8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382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2B4C6-0A98-40BF-9DE4-7FF3B4A1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859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수집·표준화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ED1E39-2465-41F1-83C1-EED26D9A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885950"/>
            <a:ext cx="7905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장비 데이터 수집, 단위·코드 매핑, 누락·중복·오류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78177-0DEF-4DC2-B0D7-355C6DFB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0382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DD54BC-85E9-4A7F-BE70-A2FF72F2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765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레시피·조리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1F978-9836-465D-BF66-99EF2409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876550"/>
            <a:ext cx="7905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현장 맞춤형 레시피 추천, 검토·승인, 권장값과 결과 비교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B3CDD2-10C7-4277-BD51-D7637A63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10382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EFA18E-34F6-417B-A60A-6C750297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671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운영 화면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DE8F5F-DCD7-40D7-998F-76E9CFF6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867150"/>
            <a:ext cx="7905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조리 진행·평가·성과를 외식업주와 운영자가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9A3AD6-83FB-40E2-9733-8C0B8C62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10382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1DECDD-B249-44DB-9779-F647E8EA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577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보안·안정성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7D08A5-CDF7-453B-9B73-B77232AC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857750"/>
            <a:ext cx="7905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역할별 권한, 데이터 보호, 장애와 재처리 관리</a:t>
            </a:r>
          </a:p>
        </p:txBody>
      </p:sp>
    </p:spTree>
    <p:extLst>
      <p:ext uri="{BB962C8B-B14F-4D97-AF65-F5344CB8AC3E}">
        <p14:creationId xmlns:p14="http://schemas.microsoft.com/office/powerpoint/2010/main" val="3095453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4913FF-5445-40E3-8B96-EA30D8AA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1E1AB-5580-42E5-8AD4-8015223F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사업 요구를 개인 프로젝트로 바꾼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D25395-FE13-4A34-BF74-25E44D3F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429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8F0E2-490B-4C0A-9BEF-8C105D4E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C6EFC-6E12-4C20-B3F4-593D6030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프로젝트 소개 및 개발 계획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A6E90-E0BE-4ABF-B9A0-9D34CE42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9725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원래 과업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2A551-802E-46A0-B43D-2B1E899E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60972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개인 프로젝트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5417D9-4C36-4C91-BBCD-E0FBC598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95500"/>
            <a:ext cx="10382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4000A3-36E7-42F3-8322-167615AC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테스트베드의 실제 장비 연계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8C1479-7BD3-4F62-9774-ACA4FFB6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90750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C# Mock과 가상 제조사 fixture로 수집 상황 재현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72FA35-4B4F-4408-A89A-DE4CEB4F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90850"/>
            <a:ext cx="10382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7233C9-2E82-4F47-924F-AD4AF182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1U 물리 서버 포함 구축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3F17F7-1A19-4007-82E8-848B8BAF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86100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로컬 개발 후 클라우드 시험·공개 데모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0A3D5F-7F1E-41D4-8A51-195C511D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86200"/>
            <a:ext cx="10382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A48F5A-EA58-49BA-99C4-37597986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8145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현장 실증과 운영 지원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94E432-3917-4BC3-913D-56904416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981450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대표 조리 시나리오로 기능·오류·성능 검증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5DF3C2-DCF3-4C6E-9AB0-677E0E9C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81550"/>
            <a:ext cx="10382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066DE9-3D87-41DE-A2F1-A640761F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다양한 장비별 데이터 구조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7F1F7B-6172-47E9-B523-2341CEEE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876800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공통 모델과 제조사별 어댑터·확장 필드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D5E359-3BAD-4D7F-9BCA-808830BD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90550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00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00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00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00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00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00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00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00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00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원 과업과 개인 프로젝트 모두 장비 제어는 범위 밖이다.</a:t>
            </a:r>
          </a:p>
        </p:txBody>
      </p:sp>
    </p:spTree>
    <p:extLst>
      <p:ext uri="{BB962C8B-B14F-4D97-AF65-F5344CB8AC3E}">
        <p14:creationId xmlns:p14="http://schemas.microsoft.com/office/powerpoint/2010/main" val="19221582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36D239-B2DB-4F1B-8A26-9F73396D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4FFC5-3828-4B4D-8B94-E96A67D4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간단한 개발 환경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0C8E3C-CBAC-42FE-B309-0B316AE2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10429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제품 개발 환경과 문서 공개 사이트는 분리한다.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76FBB1-00FB-4207-B3D6-4C47BA4D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429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F025F-1E6A-495A-9C8A-5B37687F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0564DD-D04E-4F69-9C07-B0B3B219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프로젝트 소개 및 개발 계획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CAC7A-4B81-4EC5-8139-FBF3BE16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81175"/>
            <a:ext cx="10382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288347-C46D-4F9D-BD3D-7D6488CE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9547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개발 장소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08A5A0-FCBC-4B82-955C-CAD7EB6F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895475"/>
            <a:ext cx="7905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로컬에서 개발하고 클라우드에서 시험·공개 데모를 진행한다.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BB62A4-75A0-4370-B250-A5DF01C0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71775"/>
            <a:ext cx="10382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21215-FFAE-4F5D-B5AC-71C84DA3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8607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Mock·장비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4A907E-4197-4E48-88DE-B1B88A1C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886075"/>
            <a:ext cx="7905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C#/.NET으로 가상 장비 데이터와 오류 상황을 생성한다.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2BF861-7ECC-400E-B805-38283D7D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10382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8D08DA-CEFC-4313-ACBB-F1C518BF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7667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서비스·화면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C6A4B4-44BF-4E6C-8672-F97FB45E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876675"/>
            <a:ext cx="7905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데이터·AI 서비스는 Python, 웹 화면은 TypeScript 중심으로 구성한다.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032059-F89A-4907-8EBA-373F820C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10382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016695-C619-4018-9444-AA91CEE6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6727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AI·문서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19EDD1-7BA2-405C-BA4A-522081B1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867275"/>
            <a:ext cx="7905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기본 모델은 로컬 Ollama. 개발 문서는 Astro·Starlight로 공개한다.</a:t>
            </a:r>
          </a:p>
        </p:txBody>
      </p:sp>
    </p:spTree>
    <p:extLst>
      <p:ext uri="{BB962C8B-B14F-4D97-AF65-F5344CB8AC3E}">
        <p14:creationId xmlns:p14="http://schemas.microsoft.com/office/powerpoint/2010/main" val="10595439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84EBEA-E18E-40D5-B049-F44B8382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DA677-B7C2-486D-87D7-6CEA0AA7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개발 계획 · 1~5주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3D4D0-EEA5-4554-8615-BC882C83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10429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요구를 읽고 데이터와 시스템의 기준을 세운다.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D93C9-762D-41A4-A764-82920352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429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3FC927-81F8-4D4E-8348-E76C7168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093B9-8A85-45D3-9601-312D7616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프로젝트 소개 및 개발 계획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E3DC0-8027-41C3-AA36-569F4BD7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38325"/>
            <a:ext cx="10382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6FFC18-E6F4-4649-9742-3BA254AC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924050"/>
            <a:ext cx="90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1주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F47C3-D8B0-4D0D-B28B-1B6A672E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924050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사업 자료와 요구사항 분해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D1BC8-820B-4998-A8A5-28F2C318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24050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목표·범위·사용자 흐름 정리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306375-DCC1-4C20-9DAD-2D1A824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57475"/>
            <a:ext cx="10382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902C2A-0FA9-4BA5-87CB-79D5F9FF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43200"/>
            <a:ext cx="90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2주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FA61E4-04C3-43C2-8014-2E0423F6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743200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요구사항 구체화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F96289-93CE-4AEB-B0D5-F8D1C4F7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43200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기능·데이터·검증 기준 연결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86B415-22FF-4FC7-8359-A2BE42D2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0382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A09C21-F010-48E6-BBF4-F876DCE7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562350"/>
            <a:ext cx="90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3주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2F54E1-D60B-4C06-9851-EA421D73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562350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장비 자료 조사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5CCB08-5794-4DCA-A03E-056B0BE8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62350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가상 제조사와 Mock 프로파일 정의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41DBB8-DDA6-4A5C-A609-4CD2CA83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95775"/>
            <a:ext cx="10382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EBFCAD-09D6-4FDA-AD19-4AA6840B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381500"/>
            <a:ext cx="90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4주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0F1791-7591-456D-8DA6-037F6E14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381500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수집·표준 데이터 설계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A924FD-5B7F-4B0E-AF4A-681BB7B7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81500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원천 필드·단위·코드 매핑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90B02B-4AD1-4AA9-B320-BD4B49ED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14925"/>
            <a:ext cx="10382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7A0D76-52AB-48B5-A561-47EFCE5B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200650"/>
            <a:ext cx="90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5주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B367A9-29AD-472A-A848-F54133A3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200650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전체 구조 설계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300D2E-0C71-4497-8AC4-682310EB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00650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서비스 경계·보안·배포 구조</a:t>
            </a:r>
          </a:p>
        </p:txBody>
      </p:sp>
    </p:spTree>
    <p:extLst>
      <p:ext uri="{BB962C8B-B14F-4D97-AF65-F5344CB8AC3E}">
        <p14:creationId xmlns:p14="http://schemas.microsoft.com/office/powerpoint/2010/main" val="10502571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43BE4B-46A6-4018-BCF5-5F47FDD5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ABC7C-76B1-4ECB-B82E-2671F888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개발 계획 · 6~10주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0DF9C3-5F0A-4808-B29A-C41A78B1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10429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설계의 연결점을 구현하고 한 번의 조리 흐름으로 묶는다.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094799-2AE4-4AE8-833A-5F9216BA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429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50232-2DF5-4DFB-AE1C-36D72DF2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E43B6-3911-4044-9675-3A76E94D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프로젝트 소개 및 개발 계획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50687-8B7D-4950-84C8-A7B9117F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38325"/>
            <a:ext cx="10382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AE4CC-024C-4C9D-BE15-0CFEF0DC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924050"/>
            <a:ext cx="90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6주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3621C3-5B0E-4840-9DB0-977E1295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924050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저장·API 설계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AA9266-8F95-4256-9FFB-EE7E8AE6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24050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데이터 관계와 화면 계약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09A278-5905-4D58-88D7-B3BDB897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57475"/>
            <a:ext cx="10382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8517B4-DCB6-44A8-AEB9-3F1330AB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43200"/>
            <a:ext cx="90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7주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AC982-0509-4248-88E0-786233C1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743200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Mock 생성기 구현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1A80A9-3562-4B21-80CE-14CFBC64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43200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정상·오류·재연결 데이터 생성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23F08F-B5C5-4AD2-870E-1A480F62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0382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30BCB8-0FD8-4424-861F-ADD6802C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562350"/>
            <a:ext cx="90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8주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85C2B4-2E8F-4B03-96AA-01D8600B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562350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수집·품질 처리 구현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04A014-FDC9-42F9-B3F2-0588756D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62350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순번·중복·검증·격리 흐름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F6CABF-37AA-43A7-B768-B7D6B517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95775"/>
            <a:ext cx="10382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C541C3-ACE4-4F29-9C87-1DC6FF08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381500"/>
            <a:ext cx="90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9주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004ABD-DCE2-4976-B000-B5D842D4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381500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조리 작업 흐름 구현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F95E28-28C2-4FB7-BC41-C943DF45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81500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단계·설정값·평가 기록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9109F5-8F9D-409B-9EDC-0E78BE2C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14925"/>
            <a:ext cx="10382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441F7C-D647-45A6-AD91-7A9F5530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200650"/>
            <a:ext cx="90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10주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981E31-11E9-4B0E-B501-3305EE25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200650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레시피·AI 기능 구현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819AD4-9D74-4FED-BE95-CD579888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00650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추천과 검토·승인 연결</a:t>
            </a:r>
          </a:p>
        </p:txBody>
      </p:sp>
    </p:spTree>
    <p:extLst>
      <p:ext uri="{BB962C8B-B14F-4D97-AF65-F5344CB8AC3E}">
        <p14:creationId xmlns:p14="http://schemas.microsoft.com/office/powerpoint/2010/main" val="2450273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888275-2700-483C-9662-E9FBA97A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9E6B6-4A96-485D-8A63-1FF9200E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개발 계획 · 11~15주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80FFE5-9258-46B3-AAEA-D8C2DE89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10429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화면을 완성한 뒤 대표 시나리오와 공개 데모를 검증한다.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6285B9-9A38-48D9-9C25-F7D69795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429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0C5309-7EFF-403A-9471-3F56D9D4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C146A4-92BC-4539-B76B-E691A1E3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프로젝트 소개 및 개발 계획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21E5F3-9DAF-4868-AFDE-F471ABB4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38325"/>
            <a:ext cx="10382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C1D6A1-071C-4038-8488-54D8374D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924050"/>
            <a:ext cx="90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11주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CDAAA-10E1-4EB1-9510-26C6B02D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924050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사용자 화면 구현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F417F1-0186-46BB-A252-CB6982A7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24050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역할별 조회·운영 화면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A46C2-E0AF-48CB-9496-A6AD7D6F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57475"/>
            <a:ext cx="10382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73F90D-19A2-4017-A9FD-7DD2A165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43200"/>
            <a:ext cx="90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12주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B8E5EB-53F5-4159-ADBA-9FC75699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743200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기능 통합 시험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A82165-A8FD-4C1A-8546-A4E930C4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43200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대표 시나리오와 예외 경로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4C7AB4-DE76-4DE6-853D-3FFE0117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0382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A85C99-9CD3-42DD-9DDF-64D8441C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562350"/>
            <a:ext cx="90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13주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DBD504-93ED-4693-B0C0-61C131A0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562350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성능·보안 시험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BEEC16-1706-4B4F-BF42-58B7EC52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62350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수집 지연·권한·장애 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0574C4-DCAF-40E0-BEFE-B68CD09B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95775"/>
            <a:ext cx="10382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6E0DC8-8BB1-4CD6-8892-C13BD549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381500"/>
            <a:ext cx="90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14주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E925C1-528F-48DE-9ECA-4E51994F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381500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클라우드 시험·데모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2C91D2-D310-4B77-93D1-DC94A57F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81500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배포와 사용 절차 검증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1CAAFC-BD9A-4A13-8D91-930562D5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14925"/>
            <a:ext cx="10382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3AE143-54EC-4154-AE08-B8E336E9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200650"/>
            <a:ext cx="90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15주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809BF2-C2DE-40CB-9CD3-D3B76CA9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200650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최종 검증·정리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7D1A33-50B7-4D0D-9191-55A0E3B1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00650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문서·시연·개선 항목 정리</a:t>
            </a:r>
          </a:p>
        </p:txBody>
      </p:sp>
    </p:spTree>
    <p:extLst>
      <p:ext uri="{BB962C8B-B14F-4D97-AF65-F5344CB8AC3E}">
        <p14:creationId xmlns:p14="http://schemas.microsoft.com/office/powerpoint/2010/main" val="11693391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C14059-8776-41C2-8D7A-FD38753B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2C98A-6FCC-4EC3-9254-AB4F3BC4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계획의 최종 산출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4F380-280E-4FAA-A574-5AAD8BEA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429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B2423-503E-48C8-A0AC-57C75FF7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737EA-B031-4359-9349-FFC94D49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프로젝트 소개 및 개발 계획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0F8091-F9BD-47F0-A0F0-7182F590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38325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읽기 전용 Mock 데이터부터 운영자의 승인까지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490CDA-EABC-4243-AEA8-D19D64DD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서로 다른 장비 데이터를 비교할 수 있는 표준 모델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34F37-9DB5-44D5-B938-13DF67DA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권장 조리조건과 실제 결과를 연결한 조리 이력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003C8C-590C-4B12-B5A5-4B4CF4D0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대표 시나리오를 재현하고 확인할 수 있는 웹 화면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E81C1C-BACF-44E3-AF9D-456F9AD3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53075"/>
            <a:ext cx="10287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목표는 장비 자동화가 아니라, 조리 품질을 설명하고 개선할 수 있는 근거를 만드는 것이다.</a:t>
            </a:r>
          </a:p>
        </p:txBody>
      </p:sp>
    </p:spTree>
    <p:extLst>
      <p:ext uri="{BB962C8B-B14F-4D97-AF65-F5344CB8AC3E}">
        <p14:creationId xmlns:p14="http://schemas.microsoft.com/office/powerpoint/2010/main" val="3021533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2026-10-23T23:25:55.6440000Z</dcterms:created>
  <dcterms:modified xsi:type="dcterms:W3CDTF">2026-10-23T23:25:55.6440000Z</dcterms:modified>
</coreProperties>
</file>