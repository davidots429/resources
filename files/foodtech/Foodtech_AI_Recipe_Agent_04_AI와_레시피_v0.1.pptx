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0872bd33d47a4" /><Relationship Type="http://schemas.openxmlformats.org/officeDocument/2006/relationships/extended-properties" Target="/docProps/app.xml" Id="R632d5a89f3874aa7" /><Relationship Type="http://schemas.openxmlformats.org/officeDocument/2006/relationships/officeDocument" Target="/ppt/presentation.xml" Id="R0156a1b1099a45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c0908da84495e"/>
  </p:sldMasterIdLst>
  <p:notesMasterIdLst>
    <p:notesMasterId xmlns:r="http://schemas.openxmlformats.org/officeDocument/2006/relationships" r:id="R320f8c6706c849ac"/>
  </p:notesMasterIdLst>
  <p:sldIdLst>
    <p:sldId xmlns:r="http://schemas.openxmlformats.org/officeDocument/2006/relationships" id="256" r:id="Rca59f79d782547c9"/>
    <p:sldId xmlns:r="http://schemas.openxmlformats.org/officeDocument/2006/relationships" id="257" r:id="Rdd1dc0adcdf64892"/>
    <p:sldId xmlns:r="http://schemas.openxmlformats.org/officeDocument/2006/relationships" id="258" r:id="Rabad0477d02d4420"/>
    <p:sldId xmlns:r="http://schemas.openxmlformats.org/officeDocument/2006/relationships" id="259" r:id="R48c8bc9e50a9454d"/>
    <p:sldId xmlns:r="http://schemas.openxmlformats.org/officeDocument/2006/relationships" id="260" r:id="Rc33bde6ecd354353"/>
    <p:sldId xmlns:r="http://schemas.openxmlformats.org/officeDocument/2006/relationships" id="261" r:id="R09de306ba64a4063"/>
    <p:sldId xmlns:r="http://schemas.openxmlformats.org/officeDocument/2006/relationships" id="262" r:id="R85825689cf944a92"/>
    <p:sldId xmlns:r="http://schemas.openxmlformats.org/officeDocument/2006/relationships" id="263" r:id="R84ec290a01f44cf7"/>
    <p:sldId xmlns:r="http://schemas.openxmlformats.org/officeDocument/2006/relationships" id="264" r:id="R2f3a3250573c411a"/>
    <p:sldId xmlns:r="http://schemas.openxmlformats.org/officeDocument/2006/relationships" id="265" r:id="R5df946a8140b4cf5"/>
    <p:sldId xmlns:r="http://schemas.openxmlformats.org/officeDocument/2006/relationships" id="266" r:id="R034827c38f8d4fee"/>
    <p:sldId xmlns:r="http://schemas.openxmlformats.org/officeDocument/2006/relationships" id="267" r:id="Rc559d09ae74c48b9"/>
    <p:sldId xmlns:r="http://schemas.openxmlformats.org/officeDocument/2006/relationships" id="268" r:id="R4085cd1cdf2d4c31"/>
    <p:sldId xmlns:r="http://schemas.openxmlformats.org/officeDocument/2006/relationships" id="269" r:id="R4a008f5f2a0d4264"/>
    <p:sldId xmlns:r="http://schemas.openxmlformats.org/officeDocument/2006/relationships" id="270" r:id="R67a0b0653b754c34"/>
    <p:sldId xmlns:r="http://schemas.openxmlformats.org/officeDocument/2006/relationships" id="271" r:id="R8cb2b91b430544dc"/>
    <p:sldId xmlns:r="http://schemas.openxmlformats.org/officeDocument/2006/relationships" id="272" r:id="R96fb5500804449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7782be71184574" /><Relationship Type="http://schemas.openxmlformats.org/officeDocument/2006/relationships/slideMaster" Target="/ppt/slideMasters/slideMaster1.xml" Id="R75fc0908da84495e" /><Relationship Type="http://schemas.openxmlformats.org/officeDocument/2006/relationships/notesMaster" Target="/ppt/notesMasters/notesMaster1.xml" Id="R320f8c6706c849ac" /><Relationship Type="http://schemas.openxmlformats.org/officeDocument/2006/relationships/presProps" Target="/ppt/presProps.xml" Id="R6e9ea3ba1c514283" /><Relationship Type="http://schemas.openxmlformats.org/officeDocument/2006/relationships/tableStyles" Target="/ppt/tableStyles.xml" Id="R76217a9c44f540e3" /><Relationship Type="http://schemas.openxmlformats.org/officeDocument/2006/relationships/slide" Target="/ppt/slides/slide1.xml" Id="Rca59f79d782547c9" /><Relationship Type="http://schemas.openxmlformats.org/officeDocument/2006/relationships/slide" Target="/ppt/slides/slide2.xml" Id="Rdd1dc0adcdf64892" /><Relationship Type="http://schemas.openxmlformats.org/officeDocument/2006/relationships/slide" Target="/ppt/slides/slide3.xml" Id="Rabad0477d02d4420" /><Relationship Type="http://schemas.openxmlformats.org/officeDocument/2006/relationships/slide" Target="/ppt/slides/slide4.xml" Id="R48c8bc9e50a9454d" /><Relationship Type="http://schemas.openxmlformats.org/officeDocument/2006/relationships/slide" Target="/ppt/slides/slide5.xml" Id="Rc33bde6ecd354353" /><Relationship Type="http://schemas.openxmlformats.org/officeDocument/2006/relationships/slide" Target="/ppt/slides/slide6.xml" Id="R09de306ba64a4063" /><Relationship Type="http://schemas.openxmlformats.org/officeDocument/2006/relationships/slide" Target="/ppt/slides/slide7.xml" Id="R85825689cf944a92" /><Relationship Type="http://schemas.openxmlformats.org/officeDocument/2006/relationships/slide" Target="/ppt/slides/slide8.xml" Id="R84ec290a01f44cf7" /><Relationship Type="http://schemas.openxmlformats.org/officeDocument/2006/relationships/slide" Target="/ppt/slides/slide9.xml" Id="R2f3a3250573c411a" /><Relationship Type="http://schemas.openxmlformats.org/officeDocument/2006/relationships/slide" Target="/ppt/slides/slide10.xml" Id="R5df946a8140b4cf5" /><Relationship Type="http://schemas.openxmlformats.org/officeDocument/2006/relationships/slide" Target="/ppt/slides/slide11.xml" Id="R034827c38f8d4fee" /><Relationship Type="http://schemas.openxmlformats.org/officeDocument/2006/relationships/slide" Target="/ppt/slides/slide12.xml" Id="Rc559d09ae74c48b9" /><Relationship Type="http://schemas.openxmlformats.org/officeDocument/2006/relationships/slide" Target="/ppt/slides/slide13.xml" Id="R4085cd1cdf2d4c31" /><Relationship Type="http://schemas.openxmlformats.org/officeDocument/2006/relationships/slide" Target="/ppt/slides/slide14.xml" Id="R4a008f5f2a0d4264" /><Relationship Type="http://schemas.openxmlformats.org/officeDocument/2006/relationships/slide" Target="/ppt/slides/slide15.xml" Id="R67a0b0653b754c34" /><Relationship Type="http://schemas.openxmlformats.org/officeDocument/2006/relationships/slide" Target="/ppt/slides/slide16.xml" Id="R8cb2b91b430544dc" /><Relationship Type="http://schemas.openxmlformats.org/officeDocument/2006/relationships/slide" Target="/ppt/slides/slide17.xml" Id="R96fb55008044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02f3527472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0dde942d4a47f4" /><Relationship Type="http://schemas.openxmlformats.org/officeDocument/2006/relationships/notesMaster" Target="/ppt/notesMasters/notesMaster1.xml" Id="R6d713776f57249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1df0db91cc4f52" /><Relationship Type="http://schemas.openxmlformats.org/officeDocument/2006/relationships/notesMaster" Target="/ppt/notesMasters/notesMaster1.xml" Id="R3113593bb3704b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b534647cbb487e" /><Relationship Type="http://schemas.openxmlformats.org/officeDocument/2006/relationships/notesMaster" Target="/ppt/notesMasters/notesMaster1.xml" Id="R94cafd4d1ab440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c3163c02f54a77" /><Relationship Type="http://schemas.openxmlformats.org/officeDocument/2006/relationships/notesMaster" Target="/ppt/notesMasters/notesMaster1.xml" Id="R4ae63ce0302a42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204f04829f418f" /><Relationship Type="http://schemas.openxmlformats.org/officeDocument/2006/relationships/notesMaster" Target="/ppt/notesMasters/notesMaster1.xml" Id="Rc62dbed0258646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87f718a12245cb" /><Relationship Type="http://schemas.openxmlformats.org/officeDocument/2006/relationships/notesMaster" Target="/ppt/notesMasters/notesMaster1.xml" Id="R0d5660df91b04e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775c5ddddf4815" /><Relationship Type="http://schemas.openxmlformats.org/officeDocument/2006/relationships/notesMaster" Target="/ppt/notesMasters/notesMaster1.xml" Id="R5df503de3bf645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fba6ab14c4f88" /><Relationship Type="http://schemas.openxmlformats.org/officeDocument/2006/relationships/notesMaster" Target="/ppt/notesMasters/notesMaster1.xml" Id="Rf78e5016cf2b4d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10d05338224af7" /><Relationship Type="http://schemas.openxmlformats.org/officeDocument/2006/relationships/notesMaster" Target="/ppt/notesMasters/notesMaster1.xml" Id="Rd64f9af6bc1d49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691b45a6e34d0b" /><Relationship Type="http://schemas.openxmlformats.org/officeDocument/2006/relationships/notesMaster" Target="/ppt/notesMasters/notesMaster1.xml" Id="R9ff6980bbee041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ff5c8d942f434a" /><Relationship Type="http://schemas.openxmlformats.org/officeDocument/2006/relationships/notesMaster" Target="/ppt/notesMasters/notesMaster1.xml" Id="R84df16f39c304c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33644097b342e4" /><Relationship Type="http://schemas.openxmlformats.org/officeDocument/2006/relationships/notesMaster" Target="/ppt/notesMasters/notesMaster1.xml" Id="R2f08fa0e82d043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ab366eeb5e4d25" /><Relationship Type="http://schemas.openxmlformats.org/officeDocument/2006/relationships/notesMaster" Target="/ppt/notesMasters/notesMaster1.xml" Id="R92915688c2504b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55add9277d4ccc" /><Relationship Type="http://schemas.openxmlformats.org/officeDocument/2006/relationships/notesMaster" Target="/ppt/notesMasters/notesMaster1.xml" Id="Rbb9504a60e9e4a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6047a9c66e4d4d" /><Relationship Type="http://schemas.openxmlformats.org/officeDocument/2006/relationships/notesMaster" Target="/ppt/notesMasters/notesMaster1.xml" Id="R7241f6ee91b74a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b7ee0ff4504128" /><Relationship Type="http://schemas.openxmlformats.org/officeDocument/2006/relationships/notesMaster" Target="/ppt/notesMasters/notesMaster1.xml" Id="R7e71ec4d291941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abd3b1185243ee" /><Relationship Type="http://schemas.openxmlformats.org/officeDocument/2006/relationships/notesMaster" Target="/ppt/notesMasters/notesMaster1.xml" Id="Rbd418774f51d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범위: AI와 레시피.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3번 발표자료의 AI 권고 생성·검토 흐름을 확장한다. 입력과 사람의 승인 경계를 설명한다.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SRS의 AI 입력 경계와 PEND-010 학습 후보 게이트.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PEND-013 콤비오븐 합성 시나리오, 레시피 QA와 운영자 검토. 예시 대화는 실제 실행 결과가 아니다.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백과 레시피 질의응답, 추천, 구조화 생성, 권장 조리조건.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상위 문서, recipe-qa, store-profile, access-control.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recipe-recommendation과 SRS 추천 정책. 점수·가중치는 후속 설계 대상.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recommended-cooking-conditions, DCD 값 유형, PEND-009.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structured-recipe-generation, SRS 구조화 출력, AGENTS.md 6.9.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6.9, ai-model-credential-usage. 모델 Tier는 프로젝트 라우팅 분류다.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AI Gateway/Claim Check, AGENTS.md 6.9와 6.13.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6.13, privacy-pseudonymization-deletion, audit-data-protection.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상위 문서, ai-model-credential-usage, recipe-qa.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recipe-lifecycle, recommendation review, IA SCR-104/SCR-301.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PEND-014·015, learning-data-improvement, performance-analytics.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6.9, Development Standards, Golden Dataset.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상위 문서, SRS, PEND-012~015의 핵심 경계.</a:t>
            </a:r>
          </a:p>
          <a:p xmlns:a="http://schemas.openxmlformats.org/drawingml/2006/main">
            <a:r>
              <a:t>기준: 백과 AI와 레시피 및 하위 문서; RD v0.7; SRS v0.7; SAD v0.3; AGENTS.md 6.9, 6.10~6.12, 6.13.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a566f216c4c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8d817a4e147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09f3fe63e44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ce7d889c246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62c1e86e74f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9567e265243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A00B66-81FB-4F21-96A4-7C2338D35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FAAC3D-6378-4FD4-8CF9-4727DEE80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D4D0CA-249C-4A7F-AB1F-D6BCA27DA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332D1C-506B-4FAE-AC34-2346859FE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CF792D-9A4D-42B7-B23D-4459EF13C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7AC749-4A18-46BD-AFB8-A37429A31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6AFB7A-E536-4BB3-9AA1-60AB15B317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5D529E-A1B2-445B-B4F0-3293C3FC55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7AD60E-8624-4093-8223-925FE5390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059849-CB55-4233-8BCD-7464E782B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6738abc902443d" /><Relationship Type="http://schemas.openxmlformats.org/officeDocument/2006/relationships/slideLayout" Target="/ppt/slideLayouts/slideLayout1.xml" Id="R1e9ab1d125a74d81" /><Relationship Type="http://schemas.openxmlformats.org/officeDocument/2006/relationships/slideLayout" Target="/ppt/slideLayouts/slideLayout2.xml" Id="Rcde8bf00811c43b1" /><Relationship Type="http://schemas.openxmlformats.org/officeDocument/2006/relationships/slideLayout" Target="/ppt/slideLayouts/slideLayout3.xml" Id="Rf6ddf506ed014c2f" /><Relationship Type="http://schemas.openxmlformats.org/officeDocument/2006/relationships/slideLayout" Target="/ppt/slideLayouts/slideLayout4.xml" Id="R9c3cfc29df6c459a" /><Relationship Type="http://schemas.openxmlformats.org/officeDocument/2006/relationships/slideLayout" Target="/ppt/slideLayouts/slideLayout5.xml" Id="Rd8912e0e3c3f4379" /><Relationship Type="http://schemas.openxmlformats.org/officeDocument/2006/relationships/slideLayout" Target="/ppt/slideLayouts/slideLayout6.xml" Id="R36af7d1513d44c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ab1d125a74d81"/>
    <p:sldLayoutId xmlns:r="http://schemas.openxmlformats.org/officeDocument/2006/relationships" id="2147483650" r:id="Rcde8bf00811c43b1"/>
    <p:sldLayoutId xmlns:r="http://schemas.openxmlformats.org/officeDocument/2006/relationships" id="2147483651" r:id="Rf6ddf506ed014c2f"/>
    <p:sldLayoutId xmlns:r="http://schemas.openxmlformats.org/officeDocument/2006/relationships" id="2147483652" r:id="R9c3cfc29df6c459a"/>
    <p:sldLayoutId xmlns:r="http://schemas.openxmlformats.org/officeDocument/2006/relationships" id="2147483653" r:id="Rd8912e0e3c3f4379"/>
    <p:sldLayoutId xmlns:r="http://schemas.openxmlformats.org/officeDocument/2006/relationships" id="2147483654" r:id="R36af7d1513d44c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72acadd51466b" /><Relationship Type="http://schemas.openxmlformats.org/officeDocument/2006/relationships/notesSlide" Target="/ppt/notesSlides/notesSlide1.xml" Id="Rc06551301df34e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30df04b0c4b3c" /><Relationship Type="http://schemas.openxmlformats.org/officeDocument/2006/relationships/notesSlide" Target="/ppt/notesSlides/notesSlide2.xml" Id="Rc6eedf9473b04a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abfd146c54486" /><Relationship Type="http://schemas.openxmlformats.org/officeDocument/2006/relationships/notesSlide" Target="/ppt/notesSlides/notesSlide3.xml" Id="R0cb1069983dd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92729eca84217" /><Relationship Type="http://schemas.openxmlformats.org/officeDocument/2006/relationships/notesSlide" Target="/ppt/notesSlides/notesSlide4.xml" Id="R1631f05f378f4c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76af9592a4c5a" /><Relationship Type="http://schemas.openxmlformats.org/officeDocument/2006/relationships/notesSlide" Target="/ppt/notesSlides/notesSlide5.xml" Id="Rfd3435ebd84540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4e03ade174e77" /><Relationship Type="http://schemas.openxmlformats.org/officeDocument/2006/relationships/notesSlide" Target="/ppt/notesSlides/notesSlide6.xml" Id="Rf162c45a28ea44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6fb46d8314f56" /><Relationship Type="http://schemas.openxmlformats.org/officeDocument/2006/relationships/notesSlide" Target="/ppt/notesSlides/notesSlide7.xml" Id="Ra23cc1de8fb745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68f94ab694de8" /><Relationship Type="http://schemas.openxmlformats.org/officeDocument/2006/relationships/notesSlide" Target="/ppt/notesSlides/notesSlide8.xml" Id="R5e49c0445f464b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b457ccaf149c0" /><Relationship Type="http://schemas.openxmlformats.org/officeDocument/2006/relationships/notesSlide" Target="/ppt/notesSlides/notesSlide9.xml" Id="R2b722eb45f0841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81498f445419e" /><Relationship Type="http://schemas.openxmlformats.org/officeDocument/2006/relationships/notesSlide" Target="/ppt/notesSlides/notesSlide10.xml" Id="R354361c4c5294a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a450f3a4f45f6" /><Relationship Type="http://schemas.openxmlformats.org/officeDocument/2006/relationships/notesSlide" Target="/ppt/notesSlides/notesSlide11.xml" Id="Reaec365b68be41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4281d42a34b29" /><Relationship Type="http://schemas.openxmlformats.org/officeDocument/2006/relationships/notesSlide" Target="/ppt/notesSlides/notesSlide12.xml" Id="R79b462dc97aa4e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a45238f964830" /><Relationship Type="http://schemas.openxmlformats.org/officeDocument/2006/relationships/notesSlide" Target="/ppt/notesSlides/notesSlide13.xml" Id="R50dec22785d947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90fac59534163" /><Relationship Type="http://schemas.openxmlformats.org/officeDocument/2006/relationships/notesSlide" Target="/ppt/notesSlides/notesSlide14.xml" Id="Rd1167efd4d9a44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be0f288044d6c" /><Relationship Type="http://schemas.openxmlformats.org/officeDocument/2006/relationships/notesSlide" Target="/ppt/notesSlides/notesSlide15.xml" Id="R1f64d856174945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388e53b3b42be" /><Relationship Type="http://schemas.openxmlformats.org/officeDocument/2006/relationships/notesSlide" Target="/ppt/notesSlides/notesSlide16.xml" Id="R3ee670b9ae264b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50408f3304bfc" /><Relationship Type="http://schemas.openxmlformats.org/officeDocument/2006/relationships/notesSlide" Target="/ppt/notesSlides/notesSlide17.xml" Id="R37870dbbf95f47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F5E16-B6FD-4C5D-A091-B86240BB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6DB43-C59C-4949-AC2A-436C524C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rPr>
              <a:t>FOODTECH AI RECIPE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FABFB-7BD7-4FC6-9607-E0D0BD7D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AI와 레시피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8B1F8-A3F5-44E0-846F-010DB704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29075"/>
            <a:ext cx="1019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rPr>
              <a:t>Mock의 관찰을 챗봇의 설명과 운영자의 결정으로 연결한다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19503-F6BE-46E2-B412-A84670F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579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rPr>
              <a:t>04 · 2026.10</a:t>
            </a:r>
          </a:p>
        </p:txBody>
      </p:sp>
    </p:spTree>
    <p:extLst>
      <p:ext uri="{BB962C8B-B14F-4D97-AF65-F5344CB8AC3E}">
        <p14:creationId xmlns:p14="http://schemas.microsoft.com/office/powerpoint/2010/main" val="2132381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DFF78-B8F1-498A-9786-4DE07BD4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21E49-1796-4F6C-8062-80674AF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이전 발표에서 이어지는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61A2E-58F5-411F-ADEF-AD9C0055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C6648-E541-4F8E-96EA-9DED46FE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Mock이 만든 조리 결과를 AI가 어떻게 사용해야 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AF439-F221-4F7B-85EB-B686164E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6236C-8B87-41D5-8006-3F92D727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238A4-8776-42A1-9D69-C057DC2A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3EDE6-0771-4495-A392-EC4E5074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C9B1C-4DEE-4B0A-A9B2-4C42445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가상 장비가 측정값·상태·오류를 반복 생성한다.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232B9-5D96-4276-B224-B3E41869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0325"/>
            <a:ext cx="1038225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72296-2E00-43CD-84C8-B7AC41B8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플랫폼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84D3E-7EC3-4972-B27F-424E7371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785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표준화·품질·안전 판정으로 사용할 수 있는 사실을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1FFCA-2F1E-43F8-A542-E950E0D1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76625"/>
            <a:ext cx="1038225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128A3-685F-4797-A5AD-CFD9E131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385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Chatbot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1C82B-B460-4B45-A57B-6089FDA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785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허용된 사실과 승인 레시피로 설명·후보를 만든다.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5091F-F1F3-4C3C-BFB0-23B7D41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1038225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31F7E-4757-4272-A02C-841115BD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148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사람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F9596-4BB5-4E6A-A0AD-C63DAAAE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785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근거와 제약을 확인하고 채택·수정·거부를 남긴다.</a:t>
            </a:r>
          </a:p>
        </p:txBody>
      </p:sp>
    </p:spTree>
    <p:extLst>
      <p:ext uri="{BB962C8B-B14F-4D97-AF65-F5344CB8AC3E}">
        <p14:creationId xmlns:p14="http://schemas.microsoft.com/office/powerpoint/2010/main" val="1950562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724034-0046-40CC-A738-58966C30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13558-9CE1-4749-AF29-6076CB62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AI가 보기 전에 데이터가 통과할 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3A454-C14E-494D-BFD4-4E31548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8B354-C298-4FF2-B38D-DCD71C7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결손을 AI의 추정으로 메우면 잘못된 조리조건이 그럴듯해진다.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1FC8-141B-4EF6-A62C-3640A6F8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700FA-C62C-4DE2-B2D7-7A319FD5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8FF97-1CD8-417F-ADA6-24E3AC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3A855-7389-4B35-ABE3-089240B5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892B6-807F-430A-93E1-BA37680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37B84-3333-4C0C-AC50-537C2AF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출처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F97E6-2B8D-4205-A55D-7B9C2ECC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Mock·원본·표준값과 적용한 규칙 버전을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8C3E8-FBBB-4FC8-8190-CD12B58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38FC6-7E93-46E7-8ED7-31AF4C8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DDEE4-6E83-4E6A-8112-0E69499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D1C55-2328-4540-A226-EA05017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품질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D1020-E7B8-4F58-A925-5C52B870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경고 이력·격리·핵심 Null·중복을 구분한다.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5EF20-E7AD-4308-95C0-0867C79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91C96-F1D3-4ABA-9A6E-C97655E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BD501-56C3-4A47-BC2E-70C2E180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512FA-6860-4963-AAC6-1F61C2A2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업무 맥락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196E3-3834-458E-9EAF-5D6099A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메뉴·장비·조리량·레시피 버전을 맞춘다.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04185-41E8-45C5-B62E-22E1246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9FF40-C409-4880-942B-7C6A6E02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9897A-A4B9-402D-A53C-888DFCC1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CB7CE-F2D1-4CF7-8C9E-211C2376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권한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604A4-F37A-4E1A-B054-04E938BD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사용자와 매장의 접근·전송 목적을 검사한다.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A3EE5-716A-4DFC-94D6-A9740D5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F792C-60F2-47F7-BF53-D9A4E8E6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783EC-6A6C-4E78-A168-60343F91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센서가 없으면 답을 보류하거나 추가 입력을 요청한다.</a:t>
            </a:r>
          </a:p>
        </p:txBody>
      </p:sp>
    </p:spTree>
    <p:extLst>
      <p:ext uri="{BB962C8B-B14F-4D97-AF65-F5344CB8AC3E}">
        <p14:creationId xmlns:p14="http://schemas.microsoft.com/office/powerpoint/2010/main" val="1406805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A19EE-4EB3-4D96-9387-5EEE62D0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8A862-CDCC-4E99-A17B-8C5183A7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Mock·Chatbot·사람의 한 번의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947AA-0540-4EC7-8272-E413D455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E16C7-098C-41A6-A0A5-DCCD557E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고등어구이 정식의 합성 시나리오를 이용한 설명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447B9-0647-425F-A3A7-67C8257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86A15-5571-4163-A2F0-1A18527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7FB93-4E6F-44D1-9D7B-A2EA2C0E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335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65A23-45AB-42F8-8636-FE744F32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954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Mock 사건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BAAFA-6A3B-4435-A4B4-89DFD03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밥 조리 뒤 챔버 전환. 고등어 작업의 온도·문 상태·안전 탐침을 수집한다.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EBBBE-2E23-4EBD-A5BF-19EEC1D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EBA0A-E40B-4B98-ACA2-E8E0BED3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035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운영자 질문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0922C-B030-404F-8CB3-B9A0F939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“고등어 권장시간을 줄여도 되나요?”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82CF6-16BD-47DD-B934-DCA9C25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433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90DE0-3BCA-4D89-AA9E-867C5FD6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052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Chatbot 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55D64-D4A4-4F45-A6DE-48B7B150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작업·레시피 버전을 확인한다. 안전값이나 전환 확인이 부족하면 시간 단축안을 내지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9C4D9-0652-47DE-BB47-BD5D2054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481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82272-FA35-4986-9CB7-406D89C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101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사람의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025A3-DBB1-4968-88BC-B66F8559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누락 원인을 확인하고 재측정하거나, 근거가 있는 후보만 별도 검토한다.</a:t>
            </a:r>
          </a:p>
        </p:txBody>
      </p:sp>
    </p:spTree>
    <p:extLst>
      <p:ext uri="{BB962C8B-B14F-4D97-AF65-F5344CB8AC3E}">
        <p14:creationId xmlns:p14="http://schemas.microsoft.com/office/powerpoint/2010/main" val="1875694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6C90D-ED5C-406D-8FCC-0B07688F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81D2E-9C28-41D5-88F3-8B0ED8B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Chatbot이 답할 수 있는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07682-ADBC-43AB-AECA-B4AFAA7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9C7B3-AD67-4E76-8226-DC6F2BB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질문·추천·새 레시피 초안은 같은 대화창에서도 다른 업무다.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543AD-9ADE-4AFD-9D58-09CCC50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6C77E-1315-4B04-AFD0-8D9867E3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3B466-47F0-4FF1-A526-5BE821CB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C327B-6FDB-40C5-88C2-6CDC2845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ABF42-83BA-48A5-93B9-4C3CABF4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승인된 레시피와 허용 데이터로 단계·주의사항을 설명한다.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12FE3-70A0-4BA4-8B65-4794FAD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E21C0-E213-4000-92D1-D6DA582A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메뉴 추천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9A186-DB5D-4F5C-9384-A86CF88C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4320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알레르기·장비 같은 필수조건을 먼저 적용하고 후보를 비교한다.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D7767-522C-400E-AE09-F37E565F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1472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6C53A-3806-4AA0-B232-B940EFD5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766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조건 권고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923B1-84D3-4246-8786-D828BBFB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장비가 지원하는 값 유형과 범위를 확인한 뒤 변경 전후를 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3021D-9D4F-4FDE-905C-A20A5C39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007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D2C54-8DC8-4F87-8032-239E8E87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720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새 초안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EC618-4EC7-4E0B-9781-B60AE674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재료·단계·장비·조건을 구조화해 검토 전 버전으로 저장한다.</a:t>
            </a:r>
          </a:p>
        </p:txBody>
      </p:sp>
    </p:spTree>
    <p:extLst>
      <p:ext uri="{BB962C8B-B14F-4D97-AF65-F5344CB8AC3E}">
        <p14:creationId xmlns:p14="http://schemas.microsoft.com/office/powerpoint/2010/main" val="1602754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677E4-F380-4E99-AA1F-B498A72E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12A4E-D84E-4216-B57F-9594780E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대화의 맥락과 검색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5B110-9EB1-44A7-9C93-9C204521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8EB10-B3C8-4503-AD99-0564ED8D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사용자의 질문 한 줄만으로 조리조건을 정하지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7325-2197-4D4D-AE4B-2BB8FD14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77AA7-77F0-4A64-8996-DF60F37B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A530B-855C-4A03-9944-4EBE668B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FCAD7-9A9F-42B4-B5C1-5BE23221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35ADE-C0AD-453E-9A03-3487D10E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Chatbot이 함께 읽는 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27C65-1D98-497C-967C-9CF8BC93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사용자의 역할과 매장 범위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현재 승인 레시피의 버전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장비 기능과 지원 값 유형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재료·제공량·알레르기 조건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조리 결과의 품질·안전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51985-BF4D-4213-92EC-D2615CA9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801B3-C5CF-4F3C-A023-709AE693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FDA80-554E-464B-97A0-2AB6935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읽지 않거나 그대로 믿지 않는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E0C6F-106E-4CE8-AD67-A562BE9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다른 매장의 비공개 레시피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승인되지 않은 초안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센서 결손을 메운 추정값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검색 문서 속 실행 지시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사용자 입력만으로 주장한 권한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C96A0-48F4-4672-801C-21AF7D18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9775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753D8-A158-4DC8-88DD-E625C3FC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A3592-3F3B-4B74-BD50-45173D22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340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설명을 돕는 검색과 승인 레시피의 권위를 분리한다.</a:t>
            </a:r>
          </a:p>
        </p:txBody>
      </p:sp>
    </p:spTree>
    <p:extLst>
      <p:ext uri="{BB962C8B-B14F-4D97-AF65-F5344CB8AC3E}">
        <p14:creationId xmlns:p14="http://schemas.microsoft.com/office/powerpoint/2010/main" val="6775772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E8462-3719-44C2-B1ED-9194C5AD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1097-203B-4CE1-83D5-D5D3607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조건 기반 추천의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16AD-6D67-47EE-AFC4-CBEA9D4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23B45-EA19-452C-B7C8-63FE37C1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필수 제약을 점수 경쟁에 넣으면 부적합 메뉴가 상위에 올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D789D-8A5A-4755-9F51-93D33241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AF23D-1D17-4CA3-AB27-64A95A57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AA1A6-F1D8-42E6-B540-E36160DD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51A8C-783C-4AA6-8101-4EAC3852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20D6A-B6BF-4885-9F77-E2124314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2B737-326F-48EF-9CEA-B1624BF1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필수조건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E9E12-8894-41CA-BEFC-A0C69BD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알레르기·장비·제공량 같은 적용 가능성을 먼저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46E94-4D05-4532-BC42-93E0CEC4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B35A6-0637-4640-BDB4-83876D5F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5FE21-43EB-43D5-BD2A-74CE2724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A93D3-E6BF-420F-AF5B-408B55D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후보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19FFB-89B4-4A10-ADBB-54E8143C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통과 후보의 시간·원가·선호 적합성을 비교한다.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5623D-2E89-4EA1-B8E3-0352058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4ABB0-7EED-4745-8E94-9172522D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E1BB9-68A2-492D-AD3D-E0C9518F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19305-32AA-4296-A4D8-FB55E3A5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이유 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E7F32-EEC1-4A74-90FB-3C25F294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추천 이유와 제외 이유를 조건과 함께 보여준다.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9ADE7-CA0C-4B09-98CC-27392DB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579B1-9532-431C-9315-8019C5FC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90E22-1A79-4D97-B4D6-2B861703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0952C-65A1-4E15-97C6-3B809883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사람 선택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FDB2C0-2C1C-4B95-9297-59C7F706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선택한 후보를 초안 또는 승인 레시피 흐름으로 보낸다.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64ECE-40DE-4D24-BE26-6A0F914D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EC3B9-E0AC-49A5-A0FA-FE67BB14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6E822-365E-4BFF-A424-D4D8D18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조건을 통과한 후보가 없으면 빈 결과와 사유를 보여준다.</a:t>
            </a:r>
          </a:p>
        </p:txBody>
      </p:sp>
    </p:spTree>
    <p:extLst>
      <p:ext uri="{BB962C8B-B14F-4D97-AF65-F5344CB8AC3E}">
        <p14:creationId xmlns:p14="http://schemas.microsoft.com/office/powerpoint/2010/main" val="487795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BE08E-103F-4939-8FE6-AB588785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4A1FE-807F-4ACA-9441-22761C02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장비에 맞는 조리조건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53933-9EB2-41E6-B66A-2E090DD0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F82A3-ACB3-456F-BA9C-A016E8A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레시피의 일반값을 Mock 장비의 실행 가능한 값으로 검증한다.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D8E5C-A27C-422C-BDA9-191621C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DEE44-8A2D-44B6-9F0E-A7A9247D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9A568-A43B-473A-86E7-EF50FA9B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7C7AD-8B01-489D-816C-E67789AB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온도·시간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F586A-C195-452E-94E5-6D19C33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원천 단위를 표준 단위로 바꾸고 장비·운전모드별 범위를 확인한다.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00327-5DB5-4E4A-9523-9A5F2FD6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710F7-2AC3-455A-804F-435941C8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61F37-6F33-4FC2-983C-0A43AC73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rpm, 출력 %, level은 관계식 없이 서로 환산하지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6ACC4-3E51-4D31-84CF-EB55BC74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BEC4F-6C36-4B39-AFD7-91E9423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기능 지원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826CD-2821-41FA-BD36-91D6F7DC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미지원·미확인 센서는 정상값으로 가정하지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58B31-4C50-4E8A-8939-D910F93B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33337-4D47-4A65-B136-455FC86D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후보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E960B-80C5-43DD-82A5-8340407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기준값·변경값·제약·데이터 완전성을 함께 제시한다.</a:t>
            </a:r>
          </a:p>
        </p:txBody>
      </p:sp>
    </p:spTree>
    <p:extLst>
      <p:ext uri="{BB962C8B-B14F-4D97-AF65-F5344CB8AC3E}">
        <p14:creationId xmlns:p14="http://schemas.microsoft.com/office/powerpoint/2010/main" val="1322802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B0006-577B-4652-8B75-707636E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B6511-368A-4F05-BE34-D96A292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구조화된 레시피 초안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866F9-5F7C-4701-9461-AEFAA36F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6A678-10DC-4267-A229-11A9E199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문장만 저장하면 단계 누락과 값 오류를 자동으로 검사하기 어렵다.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4D1FD-8DB2-4505-80CD-4B5051F0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C92A4-D0C2-435B-98DE-60662878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39055-2FA5-4D91-AC15-B943D0A0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F15B4-A2C3-4544-9852-0ED4F130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6E62E-CA01-4B8C-B485-E937410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입력과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53828-FF83-4486-A797-2EC88DE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메뉴·제공량·재료·매장 제약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장비 기능 프로파일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단계별 재료와 조건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주의사항·품질 기준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모델·프롬프트·스키마 버전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67D0A-3225-40FF-B69B-B014736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1A220-24E1-456C-BE1E-53762319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5FF3B-4CBB-47CF-B3F0-6E29C198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검증과 실패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F5479-19B4-4770-A041-C0A969A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공통 JSON 스키마로 재검증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장비 범위·금지조건 확인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구조 실패는 승인된 재시도 최대 2회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최종 실패는 실패 상태로 반환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빈 객체를 정상 레시피로 표시하지 않음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49AC5-4D80-4FC9-AB66-A34554F0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9775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52AD2-E03B-4F7D-B187-769D8BB1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2C497-F691-42A5-ADCE-EC747E9B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340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AI의 자유문장을 검증·승인 가능한 업무 데이터로 바꾼다.</a:t>
            </a:r>
          </a:p>
        </p:txBody>
      </p:sp>
    </p:spTree>
    <p:extLst>
      <p:ext uri="{BB962C8B-B14F-4D97-AF65-F5344CB8AC3E}">
        <p14:creationId xmlns:p14="http://schemas.microsoft.com/office/powerpoint/2010/main" val="1239968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6F50A-B5C5-429B-936C-45434D20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4D9DC-75A7-4745-AA90-8C600E1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모델 선택의 이유와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3B8A6-DD27-429D-93F9-CBDC8AAE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9963D-DCE6-43AD-88D9-4158A072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하나의 모델로 모든 질문을 처리하면 비용과 품질을 함께 제어하기 어렵다.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352A1-E562-4464-B69A-3179674E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33150-2F42-4C3F-82ED-41F67D10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A0F10-10E0-449E-9709-27C245A6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E01C5-B423-4D4F-85DB-0D757725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기본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B59B4-E633-4BB8-9ED9-AD6BD1D9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로컬 Ollama llama3.1:8b. 외부 키 없이 일반 대화를 시작한다.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B3029-91ED-46EC-8B08-BEAC0C6F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CF841-1477-4923-B02D-E8B815B1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Tier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717AE-6C2F-409D-A4C7-3012607E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4320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조리 이상 분석·레시피 보정. 한도 초과 시 자동 저등급 전환 금지.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C3AC1-A1F1-4A77-BAF1-E4CC1F3E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1472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63A17-3CB0-4D70-BA6B-12C8A656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766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일반 작업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D52BB-072D-40AC-B354-083EF515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허용 Tier와 비용·전송 정책을 통과한 모델을 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B3831-1337-4CDA-B773-4DE56B78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007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9F99F-16C0-4D54-B1D1-F02C03FA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720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커스텀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84AFC-540B-40C6-B3CF-8D304D98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시험 등록, Golden Dataset 회귀검증, 명시적 승인 뒤 활성화한다.</a:t>
            </a:r>
          </a:p>
        </p:txBody>
      </p:sp>
    </p:spTree>
    <p:extLst>
      <p:ext uri="{BB962C8B-B14F-4D97-AF65-F5344CB8AC3E}">
        <p14:creationId xmlns:p14="http://schemas.microsoft.com/office/powerpoint/2010/main" val="1759023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78780-5D39-4078-8282-926473F3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F343F-6B25-4DE9-80A9-81F45A47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AI 작업과 자격증명의 신뢰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72315-38EE-4D2B-8B13-7CF708C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13FB6-2EFC-41BC-B055-F5023061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공급자 키가 업무 서비스·관리자 화면에 퍼지지 않도록 실행을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E0066-D4F4-4943-97C0-2410028A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288B-4D9B-4617-B0F5-BBCFCD60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ACEDF-EC4D-478C-9B51-806BBE6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5960E-CAC5-468B-B2B3-A4F13532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A322E-8DA4-4231-97F0-B7D9FDCA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BDF06-874B-461F-BA0E-5978D1AE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Business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9EB62-BC78-4F16-81C7-B78A733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권한·매장 범위를 확인하고 작업 ID를 만든다.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D8CA7-A119-4F9D-9908-B4BC6E4D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D023C-B7D1-48D3-9029-2F819125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06759-4EFB-4234-93DB-C5BF4FF3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4C006-FF6E-4DDC-B262-20042C2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작업 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7CFC8-50FB-4048-BEDE-6AAA2F22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SQS에는 ID·만료정보만 둔다. 본문은 암호화 Claim Check에 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E01BE-4047-4292-9EA8-FFE6F109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CE881-3C18-4D8C-9739-0224CFBD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109C9-FAD4-4049-8086-D07A5242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7395C-02CC-4D75-AA1A-3DF6857F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AI 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14421-7598-4E97-B658-2C5BCB2F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모델·Tier·비용·전송 정책을 재검사하고 키를 사용한다.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AFFB8-2F05-453A-BBF5-0B00E819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240C5-4895-463D-8E7C-409049A4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80793-DA27-4B26-8D62-542F9E1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56AF3-FE7F-4A68-99BA-88E2D0A0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응답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F4ACF-802A-4887-874A-5888E21C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출력 스키마와 금지조건을 확인해 후보·이력을 저장한다.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2784C-A194-47E7-868D-9F079F6E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233B0-83E9-487A-B8AF-C41B3C4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8B9EE-5F6A-4132-9DEC-7284840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저장용 키 복호화는 Gateway 실행 권한에만 허용한다.</a:t>
            </a:r>
          </a:p>
        </p:txBody>
      </p:sp>
    </p:spTree>
    <p:extLst>
      <p:ext uri="{BB962C8B-B14F-4D97-AF65-F5344CB8AC3E}">
        <p14:creationId xmlns:p14="http://schemas.microsoft.com/office/powerpoint/2010/main" val="435024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144FC-40AD-4375-95C2-D93CA61D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63863-CEA5-499F-806C-65418C07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외부 전송 전에 멈춰야 하는 경우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EE27B-AC81-4952-B282-4D1899B6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4366B-0E55-4709-8217-C1E72286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프롬프트와 검색 결과도 신뢰할 수 없는 입력이다.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8D6EE-EFC6-4615-8848-CF6DE64D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E62BA-1562-4818-AFE9-ABF8C947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88490-8D23-4703-916B-64687A63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6F209-FF87-4C92-BF1B-A0700A69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데이터 분류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7FC84-44B8-4B7D-9245-56EBB0C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개인정보·비공개 레시피·영업정보가 포함될 수 있으면 외부 전송을 차단한다.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03787-CE2A-4266-832C-47672BD5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6FFC4-6275-472C-A255-679D25BD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로컬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6E03F-BD73-48EB-8B6B-2848CFEB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정책이 허용하면 로컬 Ollama로 전환하고 사실을 사용자에게 알린다.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6EE8D-3484-4192-8A95-3E956D04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5F9D7-6EEB-460B-B479-447FE0CF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공격성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76E58-D16A-49A1-AC39-8518F077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검색문서·외부 응답 속 지시를 데이터로 취급하고 권한·도구 호출을 다시 검증한다.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9FB01-6FE3-44B7-A9DD-CA65B2C2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15258-3D0A-48E7-AC44-EE14037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실행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E5804-23CF-486C-A3D1-49908BDD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로컬도 불가하면 암호화 대기열 또는 실패를 명확히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6058338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05D2C-DC9D-41DE-AF11-A8DF099F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E766D-2760-4132-93F0-0A8F1BE2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답변 실패와 사용자 행동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E85A3-B681-41AB-854B-7A61B4EC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362ED-9C09-4AD6-9706-B3298754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모든 실패를 “AI 오류”로 합치면 다음 행동을 결정할 수 없다.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45D58-C442-471E-BB12-6E28B1D7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B4A76-AC3B-4F7D-ADE1-29B66CE1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7B39C-9731-4A68-B466-E8786B1D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65F54-9072-46BD-BD21-A0F9E55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입력 부족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4A0D8-17C4-4FC5-8316-B6182BF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누락된 재료·장비·측정값을 추가 입력하도록 안내한다.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4C9BD-6550-41D5-9ABB-21938C57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CCEBF-48C9-42CC-A2EE-C442C6E1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정책 차단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49E99-67FA-444D-BC10-7848572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권한·외부 전송·Tier 불일치를 설명하고 허용 경로를 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F4CA1-4DEA-4157-A7C6-AB2DAC84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E212B-ED81-4E8D-A171-0BCCF1D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대기·만료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A87FB-1CAA-4351-8BC5-7BB63A07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ENQUEUED/PROCESSING/EXPIRED 상태를 보여주고 재실행을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7514C-B2AF-4CA0-BC1E-7A2E587B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2B07B-D627-4F03-9872-3294D0C5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출력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BFCAA-AA52-4F76-BAF0-5886E4C7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스키마 실패를 정상 답변처럼 보이지 않게 하고 추적 ID를 남긴다.</a:t>
            </a:r>
          </a:p>
        </p:txBody>
      </p:sp>
    </p:spTree>
    <p:extLst>
      <p:ext uri="{BB962C8B-B14F-4D97-AF65-F5344CB8AC3E}">
        <p14:creationId xmlns:p14="http://schemas.microsoft.com/office/powerpoint/2010/main" val="19675183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634E02-61F5-4E20-B9AE-E03E8BA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0F60D-35AA-4A61-8FE7-99E6D95A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운영자 검토와 레시피 버전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7346B-21C1-458C-8F48-13C10E6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FEBD6-411E-4B9A-BD55-41287DA9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후보가 생성돼도 현장 표준은 아직 바뀌지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88187-F1A5-44FF-844D-28CEAFA7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85BBC-D53B-4134-A2B2-DC44271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5485A-3560-43EC-9D73-B74D86D8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4D136-E879-4021-B9A0-42CC3B7D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3A880-EC54-49EE-8B47-8E03CF13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44682-6259-48EC-8AFE-A993861C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후보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A8FF8-138A-43CA-B337-53C5A24B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기준·변경 전후와 데이터 출처를 함께 저장한다.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7C258-3ED4-4001-BF57-AA625A74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49A8C-74CA-437B-9482-3CBB525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391DF-58D3-4C04-A9DB-3B030C6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D4C44-B0DE-4A11-A1A1-47AFE82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12A3A-2A6E-45AF-B6EF-777C6B34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운영자가 장비 범위·안전·품질·비용을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D3E8C-0E96-4282-A905-9D76552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5845F-B77F-4ED9-ADDF-64CA68C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6DC4F-F50D-410A-8FAE-883D1C42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B9294-F6B2-4CEE-9EC8-353E189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210C0-587B-44D4-B306-E6901B2B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ACCEPTED/REJECTED, 수정 사유와 주체·시각을 남긴다.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FE84C-DD43-4B44-AF26-73CA195D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DDA03-F058-402F-9D2F-565AE42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058FB-7BA6-4F82-8175-EB5B26F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AEC21-EA13-450A-AE3E-44E2348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새 버전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C7869-F855-40B4-9B33-3F22A32D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승인본만 제공한다. 과거 작업의 recipe_version_id는 유지한다.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C1871-66B9-4455-9BDE-D9634044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AEDB7-8828-4D80-828C-05F0D44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C21CE-2D29-44B5-B402-A26DE1A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승인 후에도 플랫폼은 장비에 설정을 자동 전송하지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174793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BAF1C-B3D3-4681-A114-F25FDDB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97803-ABAD-4828-B761-63FBE656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조리 평가에서 개선 후보까지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45874-D262-4C60-A8DF-E83A0E46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199FB-451D-41CA-83C9-E065689E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한 번의 좋은 결과를 모델이나 레시피 변경의 효과로 단정하지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3E7D-20A0-4EE5-AE4D-1E8C393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9B735-A0BA-4013-934F-8931D637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516D6-F745-41A9-9C2F-9D1B934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21655-2207-481D-8F3F-CE7FCC7A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7개 평가항목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F45AF-7A5A-4A44-8A81-3197517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재료 상태부터 온도 적합성까지 각각 1~5점. 안전 판정과 분리한다.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C2999-211E-4AC6-8DA0-B1C23C0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DB4D0-ECEF-49D2-BC80-28D02A32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학습 게이트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5FA11-287A-48F7-A519-CC11EE1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52725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경고 이력·격리·핵심 Null·중복을 제외한 데이터만 후보가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691A7-7D8F-412B-BD64-669F2D58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51DDA-3F40-414A-B7CC-04C935A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비교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D5609-227E-4671-BD69-E61BCDE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같은 메뉴·장비·척도 버전과 비슷한 조리량에서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9ACCC-31B7-4EBA-82E0-05BB9743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406C4-47AA-4AC6-A0AE-CE13084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결과 해석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7F4B2-4815-4156-A330-53FE3FEA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62475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평점 합계 2점 상승은 개선 관찰. 표본·제외건수와 다른 지표를 함께 본다.</a:t>
            </a:r>
          </a:p>
        </p:txBody>
      </p:sp>
    </p:spTree>
    <p:extLst>
      <p:ext uri="{BB962C8B-B14F-4D97-AF65-F5344CB8AC3E}">
        <p14:creationId xmlns:p14="http://schemas.microsoft.com/office/powerpoint/2010/main" val="14928672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90765-BCE4-47DB-B752-89416B5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5D8DC-0E21-4B7D-A923-FCB3AD8D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AI 품질을 어떻게 확인할 것인가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9DB35-3049-4A2E-A677-D41796EE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2B7D7-3568-4E06-A533-F016787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모델·프롬프트 변경은 결과 문장만 보고 승인하지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00C7A-D5CF-40DA-999C-98AC1F45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0AF8D-EDD3-45C7-988D-67179417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01D12-336B-4642-88D8-6F05E2E6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B3BED-71BF-4A57-B2BA-0022F2F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83839-8CBE-4DCB-ABB5-8B118F37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구조·정책 회귀시험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AC929-0B5B-4494-80B2-40FBAD1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Golden Dataset의 JSON 스키마 파싱 성공률 100%가 1차 게이트다.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누락·미지원·안전 실패 입력에서 판단 불가가 유지되는지 본다.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외부 전송과 비용 정책을 별도로 검사한다.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8D8BB-9208-4646-9287-364331B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E3F15-CE76-48E1-A8F2-222AD47F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4C609-D009-40CA-9AD8-0DA01C2A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현장 의미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DD498-ED1F-4596-BD3B-34C80664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같은 입력에 대한 설명·권고의 차이를 검토한다.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공정·안전·품질 상태를 혼동하지 않는지 본다.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실제 조리 효과는 반복 표본과 비교 조건을 갖춰야 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23089-E33E-4693-80E8-2A48D43E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9775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704E6-B5DD-4537-8127-AE7AE56C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F56AE-FA23-4968-A48D-57B6A712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340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구조 검증 통과는 조리 품질 검증 통과가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5488508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9E984-0466-4BE2-8D38-340B7E6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8AB00-E9CF-4029-8C62-FF2441C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AI와 레시피의 책임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74DC7-926D-4651-BC1D-51BE1D5A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2CEB7-F75D-4E65-B13A-A15807EC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06E4D-70CA-40E4-8FC7-0ADAA7DD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AI와 레시피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EF1B1-78C2-461B-B470-F171DBD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66875"/>
            <a:ext cx="103822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2F33B-F3C2-49D6-9720-F969B534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288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BB955-987C-4D31-BECC-2AE572F3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785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대표 조리와 오류를 합성 사건으로 재현한다.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6BFC4-A972-4D0A-AAD6-0CD49407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81275"/>
            <a:ext cx="103822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49B85-3807-4751-9974-D17A949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432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플랫폼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289C7-A534-460B-89A1-E13A12A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85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원본·표준값을 보존하고 품질·안전·권한 정책을 적용한다.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AE1BB-E5FD-4E3C-9AA8-4CE718A0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95675"/>
            <a:ext cx="103822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D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68E18-387E-47D8-A64F-A1C74F3D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576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Chatbot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4E8A6-27E7-4BE9-BC50-FFF55858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785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허용된 정보로 설명·추천·조건·초안을 만든다.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C188E-BCBA-4DCA-A2E7-D15E0EBB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0075"/>
            <a:ext cx="103822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DC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C25BE-276B-4525-BD0B-0E56239C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720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6AC70-7E21-4762-8E7A-ADE43064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785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근거를 검토하고 후보의 채택·수정·거부를 결정한다.</a:t>
            </a:r>
          </a:p>
        </p:txBody>
      </p:sp>
    </p:spTree>
    <p:extLst>
      <p:ext uri="{BB962C8B-B14F-4D97-AF65-F5344CB8AC3E}">
        <p14:creationId xmlns:p14="http://schemas.microsoft.com/office/powerpoint/2010/main" val="2059487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2026-10-23T23:54:37.3200000Z</dcterms:created>
  <dcterms:modified xsi:type="dcterms:W3CDTF">2026-10-23T23:54:37.3200000Z</dcterms:modified>
</coreProperties>
</file>